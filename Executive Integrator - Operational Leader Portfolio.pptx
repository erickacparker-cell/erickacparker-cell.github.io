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6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8288000" cy="10287000"/>
  <p:notesSz cx="6858000" cy="9144000"/>
  <p:embeddedFontLst>
    <p:embeddedFont>
      <p:font typeface="Canva Sans Bold" panose="020B0604020202020204" charset="0"/>
      <p:regular r:id="rId13"/>
    </p:embeddedFont>
    <p:embeddedFont>
      <p:font typeface="Inter" panose="020B0604020202020204" charset="0"/>
      <p:regular r:id="rId14"/>
    </p:embeddedFont>
    <p:embeddedFont>
      <p:font typeface="Inter Bold" panose="020B0604020202020204" charset="0"/>
      <p:regular r:id="rId15"/>
    </p:embeddedFont>
    <p:embeddedFont>
      <p:font typeface="Inter Italics" panose="020B0604020202020204" charset="0"/>
      <p:regular r:id="rId16"/>
    </p:embeddedFont>
    <p:embeddedFont>
      <p:font typeface="Montserrat Bold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7" d="100"/>
          <a:sy n="67" d="100"/>
        </p:scale>
        <p:origin x="72" y="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svg"/><Relationship Id="rId7" Type="http://schemas.openxmlformats.org/officeDocument/2006/relationships/image" Target="../media/image12.svg"/><Relationship Id="rId2" Type="http://schemas.openxmlformats.org/officeDocument/2006/relationships/image" Target="../media/image7.svg"/><Relationship Id="rId1" Type="http://schemas.openxmlformats.org/officeDocument/2006/relationships/image" Target="../media/image6.svg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7.svg"/><Relationship Id="rId7" Type="http://schemas.openxmlformats.org/officeDocument/2006/relationships/image" Target="../media/image11.svg"/><Relationship Id="rId2" Type="http://schemas.openxmlformats.org/officeDocument/2006/relationships/image" Target="../media/image16.svg"/><Relationship Id="rId1" Type="http://schemas.openxmlformats.org/officeDocument/2006/relationships/image" Target="../media/image15.svg"/><Relationship Id="rId6" Type="http://schemas.openxmlformats.org/officeDocument/2006/relationships/image" Target="../media/image12.svg"/><Relationship Id="rId5" Type="http://schemas.openxmlformats.org/officeDocument/2006/relationships/image" Target="../media/image19.svg"/><Relationship Id="rId4" Type="http://schemas.openxmlformats.org/officeDocument/2006/relationships/image" Target="../media/image18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svg"/><Relationship Id="rId7" Type="http://schemas.openxmlformats.org/officeDocument/2006/relationships/image" Target="../media/image12.svg"/><Relationship Id="rId2" Type="http://schemas.openxmlformats.org/officeDocument/2006/relationships/image" Target="../media/image7.svg"/><Relationship Id="rId1" Type="http://schemas.openxmlformats.org/officeDocument/2006/relationships/image" Target="../media/image6.svg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7.svg"/><Relationship Id="rId7" Type="http://schemas.openxmlformats.org/officeDocument/2006/relationships/image" Target="../media/image11.svg"/><Relationship Id="rId2" Type="http://schemas.openxmlformats.org/officeDocument/2006/relationships/image" Target="../media/image16.svg"/><Relationship Id="rId1" Type="http://schemas.openxmlformats.org/officeDocument/2006/relationships/image" Target="../media/image15.svg"/><Relationship Id="rId6" Type="http://schemas.openxmlformats.org/officeDocument/2006/relationships/image" Target="../media/image12.svg"/><Relationship Id="rId5" Type="http://schemas.openxmlformats.org/officeDocument/2006/relationships/image" Target="../media/image19.svg"/><Relationship Id="rId4" Type="http://schemas.openxmlformats.org/officeDocument/2006/relationships/image" Target="../media/image1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#9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CF072AD-BD3B-4B2A-A218-AC8D195C8B21}" type="doc">
      <dgm:prSet loTypeId="urn:microsoft.com/office/officeart/2018/2/layout/IconLabelList" loCatId="icon" qsTypeId="urn:microsoft.com/office/officeart/2005/8/quickstyle/simple1#1" qsCatId="simple" csTypeId="urn:microsoft.com/office/officeart/2005/8/colors/accent1_2#1" csCatId="accent1" phldr="1"/>
      <dgm:spPr/>
      <dgm:t>
        <a:bodyPr/>
        <a:lstStyle/>
        <a:p>
          <a:endParaRPr lang="en-US"/>
        </a:p>
      </dgm:t>
    </dgm:pt>
    <dgm:pt modelId="{BA8EF27E-DDD0-4A5A-82D9-9001E1B62743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b="1" dirty="0"/>
            <a:t>📈 Reduced processing time and rework through workflow standardization and clearer SOPs</a:t>
          </a:r>
          <a:endParaRPr lang="en-US" sz="2000" dirty="0"/>
        </a:p>
      </dgm:t>
    </dgm:pt>
    <dgm:pt modelId="{FC4BF18C-3C18-4B87-B7A4-3222F09156FC}" type="parTrans" cxnId="{97A946C3-CC59-4666-BA62-9AB7279A8E91}">
      <dgm:prSet/>
      <dgm:spPr/>
      <dgm:t>
        <a:bodyPr/>
        <a:lstStyle/>
        <a:p>
          <a:endParaRPr lang="en-US" sz="2000"/>
        </a:p>
      </dgm:t>
    </dgm:pt>
    <dgm:pt modelId="{CAFECE2D-B0F2-4074-9630-0EA1E8B8DEEA}" type="sibTrans" cxnId="{97A946C3-CC59-4666-BA62-9AB7279A8E91}">
      <dgm:prSet/>
      <dgm:spPr/>
      <dgm:t>
        <a:bodyPr/>
        <a:lstStyle/>
        <a:p>
          <a:endParaRPr lang="en-US" sz="2000"/>
        </a:p>
      </dgm:t>
    </dgm:pt>
    <dgm:pt modelId="{F8AF3A05-AC77-4FCD-A463-26AFADA15E38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b="1"/>
            <a:t>💰 $750K Annual Budget Stewardship</a:t>
          </a:r>
          <a:endParaRPr lang="en-US" sz="2000"/>
        </a:p>
      </dgm:t>
    </dgm:pt>
    <dgm:pt modelId="{6BAE6F88-A2E7-4133-87C0-0EC493D5D18F}" type="parTrans" cxnId="{5159A28F-404D-45DC-93D6-B459F1A85598}">
      <dgm:prSet/>
      <dgm:spPr/>
      <dgm:t>
        <a:bodyPr/>
        <a:lstStyle/>
        <a:p>
          <a:endParaRPr lang="en-US" sz="2000"/>
        </a:p>
      </dgm:t>
    </dgm:pt>
    <dgm:pt modelId="{4A791170-A7CD-40F7-921D-E7FA0C693781}" type="sibTrans" cxnId="{5159A28F-404D-45DC-93D6-B459F1A85598}">
      <dgm:prSet/>
      <dgm:spPr/>
      <dgm:t>
        <a:bodyPr/>
        <a:lstStyle/>
        <a:p>
          <a:endParaRPr lang="en-US" sz="2000"/>
        </a:p>
      </dgm:t>
    </dgm:pt>
    <dgm:pt modelId="{3AD795AE-5980-41CB-B007-A4C6347A4DA8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b="1" dirty="0"/>
            <a:t>👥 14 Team Members Led</a:t>
          </a:r>
          <a:endParaRPr lang="en-US" sz="2000" dirty="0"/>
        </a:p>
      </dgm:t>
    </dgm:pt>
    <dgm:pt modelId="{E62F159B-5030-4641-967C-9CB10570D8B2}" type="parTrans" cxnId="{40BC92BD-D50C-4905-AB0A-6BBDE68C6F1B}">
      <dgm:prSet/>
      <dgm:spPr/>
      <dgm:t>
        <a:bodyPr/>
        <a:lstStyle/>
        <a:p>
          <a:endParaRPr lang="en-US" sz="2000"/>
        </a:p>
      </dgm:t>
    </dgm:pt>
    <dgm:pt modelId="{1EA574C7-6AEB-46F0-AE65-C9A1FF394293}" type="sibTrans" cxnId="{40BC92BD-D50C-4905-AB0A-6BBDE68C6F1B}">
      <dgm:prSet/>
      <dgm:spPr/>
      <dgm:t>
        <a:bodyPr/>
        <a:lstStyle/>
        <a:p>
          <a:endParaRPr lang="en-US" sz="2000"/>
        </a:p>
      </dgm:t>
    </dgm:pt>
    <dgm:pt modelId="{C317A19C-45C2-4143-81C6-7FD7001F512E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b="1"/>
            <a:t>📊 Executive KPI &amp; Operational Reporting</a:t>
          </a:r>
          <a:endParaRPr lang="en-US" sz="2000"/>
        </a:p>
      </dgm:t>
    </dgm:pt>
    <dgm:pt modelId="{F135D530-4885-4DF4-81EC-5608A821A6FB}" type="parTrans" cxnId="{E89FB60A-4765-492E-90D2-9D028E711047}">
      <dgm:prSet/>
      <dgm:spPr/>
      <dgm:t>
        <a:bodyPr/>
        <a:lstStyle/>
        <a:p>
          <a:endParaRPr lang="en-US" sz="2000"/>
        </a:p>
      </dgm:t>
    </dgm:pt>
    <dgm:pt modelId="{703EDB2B-406E-4670-A446-F6650BBEDA66}" type="sibTrans" cxnId="{E89FB60A-4765-492E-90D2-9D028E711047}">
      <dgm:prSet/>
      <dgm:spPr/>
      <dgm:t>
        <a:bodyPr/>
        <a:lstStyle/>
        <a:p>
          <a:endParaRPr lang="en-US" sz="2000"/>
        </a:p>
      </dgm:t>
    </dgm:pt>
    <dgm:pt modelId="{B874FB61-F513-43D3-8BB2-2144572161C7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b="1"/>
            <a:t>🤝 Cross-functional leadership</a:t>
          </a:r>
          <a:endParaRPr lang="en-US" sz="2000"/>
        </a:p>
      </dgm:t>
    </dgm:pt>
    <dgm:pt modelId="{B6DCAD18-850C-45E9-B27A-F4960D6F8E81}" type="parTrans" cxnId="{7AEE59D7-A18F-4831-9B29-CD8984536C7A}">
      <dgm:prSet/>
      <dgm:spPr/>
      <dgm:t>
        <a:bodyPr/>
        <a:lstStyle/>
        <a:p>
          <a:endParaRPr lang="en-US" sz="2000"/>
        </a:p>
      </dgm:t>
    </dgm:pt>
    <dgm:pt modelId="{A6D0492E-6D77-45D2-9456-F32DD13B65BF}" type="sibTrans" cxnId="{7AEE59D7-A18F-4831-9B29-CD8984536C7A}">
      <dgm:prSet/>
      <dgm:spPr/>
      <dgm:t>
        <a:bodyPr/>
        <a:lstStyle/>
        <a:p>
          <a:endParaRPr lang="en-US" sz="2000"/>
        </a:p>
      </dgm:t>
    </dgm:pt>
    <dgm:pt modelId="{F43502FD-3BAB-4E72-99E9-A443C9FE3860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b="1"/>
            <a:t>⚙️ Process improvements</a:t>
          </a:r>
          <a:endParaRPr lang="en-US" sz="2000"/>
        </a:p>
      </dgm:t>
    </dgm:pt>
    <dgm:pt modelId="{31C14604-10FB-4D48-8640-56BF29602C9D}" type="parTrans" cxnId="{2C437FF8-94C8-473A-8FA5-A87D6CBAA15A}">
      <dgm:prSet/>
      <dgm:spPr/>
      <dgm:t>
        <a:bodyPr/>
        <a:lstStyle/>
        <a:p>
          <a:endParaRPr lang="en-US" sz="2000"/>
        </a:p>
      </dgm:t>
    </dgm:pt>
    <dgm:pt modelId="{36BE0DA7-ACE7-4345-A222-B750FA838F02}" type="sibTrans" cxnId="{2C437FF8-94C8-473A-8FA5-A87D6CBAA15A}">
      <dgm:prSet/>
      <dgm:spPr/>
      <dgm:t>
        <a:bodyPr/>
        <a:lstStyle/>
        <a:p>
          <a:endParaRPr lang="en-US" sz="2000"/>
        </a:p>
      </dgm:t>
    </dgm:pt>
    <dgm:pt modelId="{76A4C325-FE9A-4465-B6FF-53EEFF11F670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b="1"/>
            <a:t>Supported several executive leaders at a time</a:t>
          </a:r>
          <a:endParaRPr lang="en-US" sz="2000"/>
        </a:p>
      </dgm:t>
    </dgm:pt>
    <dgm:pt modelId="{45136BF7-8595-4032-84C4-2E89455ED7D2}" type="parTrans" cxnId="{098186B7-03C7-4E49-BBBA-398A87F19851}">
      <dgm:prSet/>
      <dgm:spPr/>
      <dgm:t>
        <a:bodyPr/>
        <a:lstStyle/>
        <a:p>
          <a:endParaRPr lang="en-US" sz="2000"/>
        </a:p>
      </dgm:t>
    </dgm:pt>
    <dgm:pt modelId="{C7027793-D2AA-4120-A33E-2E5F415630DD}" type="sibTrans" cxnId="{098186B7-03C7-4E49-BBBA-398A87F19851}">
      <dgm:prSet/>
      <dgm:spPr/>
      <dgm:t>
        <a:bodyPr/>
        <a:lstStyle/>
        <a:p>
          <a:endParaRPr lang="en-US" sz="2000"/>
        </a:p>
      </dgm:t>
    </dgm:pt>
    <dgm:pt modelId="{588ED5C7-AF0E-49CC-8755-911C34F508E7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b="1"/>
            <a:t>to continue busy operations.</a:t>
          </a:r>
          <a:endParaRPr lang="en-US" sz="2000"/>
        </a:p>
      </dgm:t>
    </dgm:pt>
    <dgm:pt modelId="{6C44B064-1761-4729-8182-9E51DDDD7B36}" type="parTrans" cxnId="{E198F128-3548-44F4-A44D-561D149D02DE}">
      <dgm:prSet/>
      <dgm:spPr/>
      <dgm:t>
        <a:bodyPr/>
        <a:lstStyle/>
        <a:p>
          <a:endParaRPr lang="en-US" sz="2000"/>
        </a:p>
      </dgm:t>
    </dgm:pt>
    <dgm:pt modelId="{7924C848-28BF-4C3E-880D-F3446DDDEF27}" type="sibTrans" cxnId="{E198F128-3548-44F4-A44D-561D149D02DE}">
      <dgm:prSet/>
      <dgm:spPr/>
      <dgm:t>
        <a:bodyPr/>
        <a:lstStyle/>
        <a:p>
          <a:endParaRPr lang="en-US" sz="2000"/>
        </a:p>
      </dgm:t>
    </dgm:pt>
    <dgm:pt modelId="{761E82F4-CB2A-4A42-992C-6D7E3CF9B956}" type="pres">
      <dgm:prSet presAssocID="{6CF072AD-BD3B-4B2A-A218-AC8D195C8B21}" presName="root" presStyleCnt="0">
        <dgm:presLayoutVars>
          <dgm:dir/>
          <dgm:resizeHandles val="exact"/>
        </dgm:presLayoutVars>
      </dgm:prSet>
      <dgm:spPr/>
    </dgm:pt>
    <dgm:pt modelId="{C91F0258-3C57-4E33-A593-168966109261}" type="pres">
      <dgm:prSet presAssocID="{BA8EF27E-DDD0-4A5A-82D9-9001E1B62743}" presName="compNode" presStyleCnt="0"/>
      <dgm:spPr/>
    </dgm:pt>
    <dgm:pt modelId="{D4BFC7F9-5D2A-47F8-A56B-C396393AAA3E}" type="pres">
      <dgm:prSet presAssocID="{BA8EF27E-DDD0-4A5A-82D9-9001E1B62743}" presName="iconRect" presStyleLbl="node1" presStyleIdx="0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2A9EABEC-C98D-412F-AB77-7F7EE9D98B34}" type="pres">
      <dgm:prSet presAssocID="{BA8EF27E-DDD0-4A5A-82D9-9001E1B62743}" presName="spaceRect" presStyleCnt="0"/>
      <dgm:spPr/>
    </dgm:pt>
    <dgm:pt modelId="{4F7C912E-988B-403C-B904-659D2D140D29}" type="pres">
      <dgm:prSet presAssocID="{BA8EF27E-DDD0-4A5A-82D9-9001E1B62743}" presName="textRect" presStyleLbl="revTx" presStyleIdx="0" presStyleCnt="8">
        <dgm:presLayoutVars>
          <dgm:chMax val="1"/>
          <dgm:chPref val="1"/>
        </dgm:presLayoutVars>
      </dgm:prSet>
      <dgm:spPr/>
    </dgm:pt>
    <dgm:pt modelId="{953618D0-3AD2-497B-ACA7-A809D2DF6869}" type="pres">
      <dgm:prSet presAssocID="{CAFECE2D-B0F2-4074-9630-0EA1E8B8DEEA}" presName="sibTrans" presStyleCnt="0"/>
      <dgm:spPr/>
    </dgm:pt>
    <dgm:pt modelId="{134DE552-68DC-4B8D-8B47-16A03C49E8BF}" type="pres">
      <dgm:prSet presAssocID="{F8AF3A05-AC77-4FCD-A463-26AFADA15E38}" presName="compNode" presStyleCnt="0"/>
      <dgm:spPr/>
    </dgm:pt>
    <dgm:pt modelId="{2202B0DB-01C5-4B6E-B3B5-71454FC1464A}" type="pres">
      <dgm:prSet presAssocID="{F8AF3A05-AC77-4FCD-A463-26AFADA15E38}" presName="iconRect" presStyleLbl="node1" presStyleIdx="1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96FA0539-F1E4-424C-BEC9-8A3BAFF0EE87}" type="pres">
      <dgm:prSet presAssocID="{F8AF3A05-AC77-4FCD-A463-26AFADA15E38}" presName="spaceRect" presStyleCnt="0"/>
      <dgm:spPr/>
    </dgm:pt>
    <dgm:pt modelId="{71D613B3-8471-4CF7-A844-5B70BAE163BE}" type="pres">
      <dgm:prSet presAssocID="{F8AF3A05-AC77-4FCD-A463-26AFADA15E38}" presName="textRect" presStyleLbl="revTx" presStyleIdx="1" presStyleCnt="8">
        <dgm:presLayoutVars>
          <dgm:chMax val="1"/>
          <dgm:chPref val="1"/>
        </dgm:presLayoutVars>
      </dgm:prSet>
      <dgm:spPr/>
    </dgm:pt>
    <dgm:pt modelId="{409B9CEA-65D8-42E6-AD52-58182518BD67}" type="pres">
      <dgm:prSet presAssocID="{4A791170-A7CD-40F7-921D-E7FA0C693781}" presName="sibTrans" presStyleCnt="0"/>
      <dgm:spPr/>
    </dgm:pt>
    <dgm:pt modelId="{E3970903-32B7-4AF3-ACFB-34533ECF1D05}" type="pres">
      <dgm:prSet presAssocID="{3AD795AE-5980-41CB-B007-A4C6347A4DA8}" presName="compNode" presStyleCnt="0"/>
      <dgm:spPr/>
    </dgm:pt>
    <dgm:pt modelId="{5FDE96DB-91EA-463C-96E1-73639D407522}" type="pres">
      <dgm:prSet presAssocID="{3AD795AE-5980-41CB-B007-A4C6347A4DA8}" presName="iconRect" presStyleLbl="node1" presStyleIdx="2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C57CC65D-8FCC-4888-A1ED-FEB5D9BE9D97}" type="pres">
      <dgm:prSet presAssocID="{3AD795AE-5980-41CB-B007-A4C6347A4DA8}" presName="spaceRect" presStyleCnt="0"/>
      <dgm:spPr/>
    </dgm:pt>
    <dgm:pt modelId="{B6A48FA4-A45D-40F9-B5BD-44BC0BCEDF12}" type="pres">
      <dgm:prSet presAssocID="{3AD795AE-5980-41CB-B007-A4C6347A4DA8}" presName="textRect" presStyleLbl="revTx" presStyleIdx="2" presStyleCnt="8">
        <dgm:presLayoutVars>
          <dgm:chMax val="1"/>
          <dgm:chPref val="1"/>
        </dgm:presLayoutVars>
      </dgm:prSet>
      <dgm:spPr/>
    </dgm:pt>
    <dgm:pt modelId="{A77F7C22-278F-456F-B8B2-09420EE41E30}" type="pres">
      <dgm:prSet presAssocID="{1EA574C7-6AEB-46F0-AE65-C9A1FF394293}" presName="sibTrans" presStyleCnt="0"/>
      <dgm:spPr/>
    </dgm:pt>
    <dgm:pt modelId="{4D54CD04-EC9C-47BD-B7F7-B8357B41AF11}" type="pres">
      <dgm:prSet presAssocID="{C317A19C-45C2-4143-81C6-7FD7001F512E}" presName="compNode" presStyleCnt="0"/>
      <dgm:spPr/>
    </dgm:pt>
    <dgm:pt modelId="{C75BAEEB-7A97-44E0-A6CD-FE3098CC7058}" type="pres">
      <dgm:prSet presAssocID="{C317A19C-45C2-4143-81C6-7FD7001F512E}" presName="iconRect" presStyleLbl="node1" presStyleIdx="3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300A456F-A577-4E64-854F-696DCE26D4D6}" type="pres">
      <dgm:prSet presAssocID="{C317A19C-45C2-4143-81C6-7FD7001F512E}" presName="spaceRect" presStyleCnt="0"/>
      <dgm:spPr/>
    </dgm:pt>
    <dgm:pt modelId="{6F1C0CD5-31B9-45C8-8665-45F7E30368F3}" type="pres">
      <dgm:prSet presAssocID="{C317A19C-45C2-4143-81C6-7FD7001F512E}" presName="textRect" presStyleLbl="revTx" presStyleIdx="3" presStyleCnt="8">
        <dgm:presLayoutVars>
          <dgm:chMax val="1"/>
          <dgm:chPref val="1"/>
        </dgm:presLayoutVars>
      </dgm:prSet>
      <dgm:spPr/>
    </dgm:pt>
    <dgm:pt modelId="{A08E78F4-E2FF-4402-8F9A-E649520D2F8A}" type="pres">
      <dgm:prSet presAssocID="{703EDB2B-406E-4670-A446-F6650BBEDA66}" presName="sibTrans" presStyleCnt="0"/>
      <dgm:spPr/>
    </dgm:pt>
    <dgm:pt modelId="{493161AB-1473-4ED9-AB90-1D935763F289}" type="pres">
      <dgm:prSet presAssocID="{B874FB61-F513-43D3-8BB2-2144572161C7}" presName="compNode" presStyleCnt="0"/>
      <dgm:spPr/>
    </dgm:pt>
    <dgm:pt modelId="{AB5110EB-3DDA-4211-AC54-ED14820F249D}" type="pres">
      <dgm:prSet presAssocID="{B874FB61-F513-43D3-8BB2-2144572161C7}" presName="iconRect" presStyleLbl="node1" presStyleIdx="4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ody Builder"/>
        </a:ext>
      </dgm:extLst>
    </dgm:pt>
    <dgm:pt modelId="{052F9BB6-5B5E-4275-AC79-3DE506C96B2B}" type="pres">
      <dgm:prSet presAssocID="{B874FB61-F513-43D3-8BB2-2144572161C7}" presName="spaceRect" presStyleCnt="0"/>
      <dgm:spPr/>
    </dgm:pt>
    <dgm:pt modelId="{EA22ADBC-2A62-4B39-96F0-391B19EFC0BB}" type="pres">
      <dgm:prSet presAssocID="{B874FB61-F513-43D3-8BB2-2144572161C7}" presName="textRect" presStyleLbl="revTx" presStyleIdx="4" presStyleCnt="8">
        <dgm:presLayoutVars>
          <dgm:chMax val="1"/>
          <dgm:chPref val="1"/>
        </dgm:presLayoutVars>
      </dgm:prSet>
      <dgm:spPr/>
    </dgm:pt>
    <dgm:pt modelId="{65FCC5AB-BABE-4353-9C40-67468309242D}" type="pres">
      <dgm:prSet presAssocID="{A6D0492E-6D77-45D2-9456-F32DD13B65BF}" presName="sibTrans" presStyleCnt="0"/>
      <dgm:spPr/>
    </dgm:pt>
    <dgm:pt modelId="{B89FE7EA-8289-4DBE-9148-F3DEABAE9ABE}" type="pres">
      <dgm:prSet presAssocID="{F43502FD-3BAB-4E72-99E9-A443C9FE3860}" presName="compNode" presStyleCnt="0"/>
      <dgm:spPr/>
    </dgm:pt>
    <dgm:pt modelId="{5563ED51-C43E-44EB-8B18-9ADE206B32B1}" type="pres">
      <dgm:prSet presAssocID="{F43502FD-3BAB-4E72-99E9-A443C9FE3860}" presName="iconRect" presStyleLbl="node1" presStyleIdx="5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143A60A1-6A6D-4046-A329-87C02644CEC5}" type="pres">
      <dgm:prSet presAssocID="{F43502FD-3BAB-4E72-99E9-A443C9FE3860}" presName="spaceRect" presStyleCnt="0"/>
      <dgm:spPr/>
    </dgm:pt>
    <dgm:pt modelId="{2D0A9630-BCEC-4C93-9EE7-69BA9601F917}" type="pres">
      <dgm:prSet presAssocID="{F43502FD-3BAB-4E72-99E9-A443C9FE3860}" presName="textRect" presStyleLbl="revTx" presStyleIdx="5" presStyleCnt="8">
        <dgm:presLayoutVars>
          <dgm:chMax val="1"/>
          <dgm:chPref val="1"/>
        </dgm:presLayoutVars>
      </dgm:prSet>
      <dgm:spPr/>
    </dgm:pt>
    <dgm:pt modelId="{B8783D23-0944-44F6-8F2A-6F39E90BD3B4}" type="pres">
      <dgm:prSet presAssocID="{36BE0DA7-ACE7-4345-A222-B750FA838F02}" presName="sibTrans" presStyleCnt="0"/>
      <dgm:spPr/>
    </dgm:pt>
    <dgm:pt modelId="{E3FCD9CA-F94F-4A37-B73A-BE9D36C8F90F}" type="pres">
      <dgm:prSet presAssocID="{76A4C325-FE9A-4465-B6FF-53EEFF11F670}" presName="compNode" presStyleCnt="0"/>
      <dgm:spPr/>
    </dgm:pt>
    <dgm:pt modelId="{4A0B5382-0763-4911-B137-073A6AF2494D}" type="pres">
      <dgm:prSet presAssocID="{76A4C325-FE9A-4465-B6FF-53EEFF11F670}" presName="iconRect" presStyleLbl="node1" presStyleIdx="6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eeting"/>
        </a:ext>
      </dgm:extLst>
    </dgm:pt>
    <dgm:pt modelId="{936FB370-1D92-472E-9A3B-AE272846A589}" type="pres">
      <dgm:prSet presAssocID="{76A4C325-FE9A-4465-B6FF-53EEFF11F670}" presName="spaceRect" presStyleCnt="0"/>
      <dgm:spPr/>
    </dgm:pt>
    <dgm:pt modelId="{D67D7A09-BC0B-4427-9D94-73194AC84DB2}" type="pres">
      <dgm:prSet presAssocID="{76A4C325-FE9A-4465-B6FF-53EEFF11F670}" presName="textRect" presStyleLbl="revTx" presStyleIdx="6" presStyleCnt="8">
        <dgm:presLayoutVars>
          <dgm:chMax val="1"/>
          <dgm:chPref val="1"/>
        </dgm:presLayoutVars>
      </dgm:prSet>
      <dgm:spPr/>
    </dgm:pt>
    <dgm:pt modelId="{3ADF0165-1CF3-445B-A77D-40535EE300BC}" type="pres">
      <dgm:prSet presAssocID="{C7027793-D2AA-4120-A33E-2E5F415630DD}" presName="sibTrans" presStyleCnt="0"/>
      <dgm:spPr/>
    </dgm:pt>
    <dgm:pt modelId="{2D368539-142F-43F6-9C22-73E4259651E0}" type="pres">
      <dgm:prSet presAssocID="{588ED5C7-AF0E-49CC-8755-911C34F508E7}" presName="compNode" presStyleCnt="0"/>
      <dgm:spPr/>
    </dgm:pt>
    <dgm:pt modelId="{F8D022EA-E378-4F5B-A0BD-57524C18504E}" type="pres">
      <dgm:prSet presAssocID="{588ED5C7-AF0E-49CC-8755-911C34F508E7}" presName="iconRect" presStyleLbl="node1" presStyleIdx="7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ocket"/>
        </a:ext>
      </dgm:extLst>
    </dgm:pt>
    <dgm:pt modelId="{CD7D9A00-9846-4DC9-945E-7E94D4897F87}" type="pres">
      <dgm:prSet presAssocID="{588ED5C7-AF0E-49CC-8755-911C34F508E7}" presName="spaceRect" presStyleCnt="0"/>
      <dgm:spPr/>
    </dgm:pt>
    <dgm:pt modelId="{E8712083-669F-4A09-9429-5826BB1FC3A5}" type="pres">
      <dgm:prSet presAssocID="{588ED5C7-AF0E-49CC-8755-911C34F508E7}" presName="textRect" presStyleLbl="revTx" presStyleIdx="7" presStyleCnt="8">
        <dgm:presLayoutVars>
          <dgm:chMax val="1"/>
          <dgm:chPref val="1"/>
        </dgm:presLayoutVars>
      </dgm:prSet>
      <dgm:spPr/>
    </dgm:pt>
  </dgm:ptLst>
  <dgm:cxnLst>
    <dgm:cxn modelId="{E89FB60A-4765-492E-90D2-9D028E711047}" srcId="{6CF072AD-BD3B-4B2A-A218-AC8D195C8B21}" destId="{C317A19C-45C2-4143-81C6-7FD7001F512E}" srcOrd="3" destOrd="0" parTransId="{F135D530-4885-4DF4-81EC-5608A821A6FB}" sibTransId="{703EDB2B-406E-4670-A446-F6650BBEDA66}"/>
    <dgm:cxn modelId="{4BA24215-B400-454F-8546-E435A7B58A93}" type="presOf" srcId="{C317A19C-45C2-4143-81C6-7FD7001F512E}" destId="{6F1C0CD5-31B9-45C8-8665-45F7E30368F3}" srcOrd="0" destOrd="0" presId="urn:microsoft.com/office/officeart/2018/2/layout/IconLabelList"/>
    <dgm:cxn modelId="{E198F128-3548-44F4-A44D-561D149D02DE}" srcId="{6CF072AD-BD3B-4B2A-A218-AC8D195C8B21}" destId="{588ED5C7-AF0E-49CC-8755-911C34F508E7}" srcOrd="7" destOrd="0" parTransId="{6C44B064-1761-4729-8182-9E51DDDD7B36}" sibTransId="{7924C848-28BF-4C3E-880D-F3446DDDEF27}"/>
    <dgm:cxn modelId="{C75F825B-08F2-49F0-877C-4147DB06A603}" type="presOf" srcId="{F43502FD-3BAB-4E72-99E9-A443C9FE3860}" destId="{2D0A9630-BCEC-4C93-9EE7-69BA9601F917}" srcOrd="0" destOrd="0" presId="urn:microsoft.com/office/officeart/2018/2/layout/IconLabelList"/>
    <dgm:cxn modelId="{56FB136A-BBE0-4DDA-868B-3C6A71CF2519}" type="presOf" srcId="{6CF072AD-BD3B-4B2A-A218-AC8D195C8B21}" destId="{761E82F4-CB2A-4A42-992C-6D7E3CF9B956}" srcOrd="0" destOrd="0" presId="urn:microsoft.com/office/officeart/2018/2/layout/IconLabelList"/>
    <dgm:cxn modelId="{9B39FA4A-9394-4CB8-BACB-D6BDA2E558B9}" type="presOf" srcId="{F8AF3A05-AC77-4FCD-A463-26AFADA15E38}" destId="{71D613B3-8471-4CF7-A844-5B70BAE163BE}" srcOrd="0" destOrd="0" presId="urn:microsoft.com/office/officeart/2018/2/layout/IconLabelList"/>
    <dgm:cxn modelId="{92B1406D-5192-4E8C-937A-7EBD8BFFC851}" type="presOf" srcId="{B874FB61-F513-43D3-8BB2-2144572161C7}" destId="{EA22ADBC-2A62-4B39-96F0-391B19EFC0BB}" srcOrd="0" destOrd="0" presId="urn:microsoft.com/office/officeart/2018/2/layout/IconLabelList"/>
    <dgm:cxn modelId="{8FEF4A75-D6F0-4879-88AE-E2B788AC5F2E}" type="presOf" srcId="{588ED5C7-AF0E-49CC-8755-911C34F508E7}" destId="{E8712083-669F-4A09-9429-5826BB1FC3A5}" srcOrd="0" destOrd="0" presId="urn:microsoft.com/office/officeart/2018/2/layout/IconLabelList"/>
    <dgm:cxn modelId="{E75A5275-20BA-4C8B-9AAF-F89B072AA841}" type="presOf" srcId="{3AD795AE-5980-41CB-B007-A4C6347A4DA8}" destId="{B6A48FA4-A45D-40F9-B5BD-44BC0BCEDF12}" srcOrd="0" destOrd="0" presId="urn:microsoft.com/office/officeart/2018/2/layout/IconLabelList"/>
    <dgm:cxn modelId="{08088C59-A3E4-40C9-9437-DF90E48BBB9D}" type="presOf" srcId="{76A4C325-FE9A-4465-B6FF-53EEFF11F670}" destId="{D67D7A09-BC0B-4427-9D94-73194AC84DB2}" srcOrd="0" destOrd="0" presId="urn:microsoft.com/office/officeart/2018/2/layout/IconLabelList"/>
    <dgm:cxn modelId="{5159A28F-404D-45DC-93D6-B459F1A85598}" srcId="{6CF072AD-BD3B-4B2A-A218-AC8D195C8B21}" destId="{F8AF3A05-AC77-4FCD-A463-26AFADA15E38}" srcOrd="1" destOrd="0" parTransId="{6BAE6F88-A2E7-4133-87C0-0EC493D5D18F}" sibTransId="{4A791170-A7CD-40F7-921D-E7FA0C693781}"/>
    <dgm:cxn modelId="{4C6066AB-A501-4250-8F9D-B9FEFBADBCCE}" type="presOf" srcId="{BA8EF27E-DDD0-4A5A-82D9-9001E1B62743}" destId="{4F7C912E-988B-403C-B904-659D2D140D29}" srcOrd="0" destOrd="0" presId="urn:microsoft.com/office/officeart/2018/2/layout/IconLabelList"/>
    <dgm:cxn modelId="{098186B7-03C7-4E49-BBBA-398A87F19851}" srcId="{6CF072AD-BD3B-4B2A-A218-AC8D195C8B21}" destId="{76A4C325-FE9A-4465-B6FF-53EEFF11F670}" srcOrd="6" destOrd="0" parTransId="{45136BF7-8595-4032-84C4-2E89455ED7D2}" sibTransId="{C7027793-D2AA-4120-A33E-2E5F415630DD}"/>
    <dgm:cxn modelId="{40BC92BD-D50C-4905-AB0A-6BBDE68C6F1B}" srcId="{6CF072AD-BD3B-4B2A-A218-AC8D195C8B21}" destId="{3AD795AE-5980-41CB-B007-A4C6347A4DA8}" srcOrd="2" destOrd="0" parTransId="{E62F159B-5030-4641-967C-9CB10570D8B2}" sibTransId="{1EA574C7-6AEB-46F0-AE65-C9A1FF394293}"/>
    <dgm:cxn modelId="{97A946C3-CC59-4666-BA62-9AB7279A8E91}" srcId="{6CF072AD-BD3B-4B2A-A218-AC8D195C8B21}" destId="{BA8EF27E-DDD0-4A5A-82D9-9001E1B62743}" srcOrd="0" destOrd="0" parTransId="{FC4BF18C-3C18-4B87-B7A4-3222F09156FC}" sibTransId="{CAFECE2D-B0F2-4074-9630-0EA1E8B8DEEA}"/>
    <dgm:cxn modelId="{7AEE59D7-A18F-4831-9B29-CD8984536C7A}" srcId="{6CF072AD-BD3B-4B2A-A218-AC8D195C8B21}" destId="{B874FB61-F513-43D3-8BB2-2144572161C7}" srcOrd="4" destOrd="0" parTransId="{B6DCAD18-850C-45E9-B27A-F4960D6F8E81}" sibTransId="{A6D0492E-6D77-45D2-9456-F32DD13B65BF}"/>
    <dgm:cxn modelId="{2C437FF8-94C8-473A-8FA5-A87D6CBAA15A}" srcId="{6CF072AD-BD3B-4B2A-A218-AC8D195C8B21}" destId="{F43502FD-3BAB-4E72-99E9-A443C9FE3860}" srcOrd="5" destOrd="0" parTransId="{31C14604-10FB-4D48-8640-56BF29602C9D}" sibTransId="{36BE0DA7-ACE7-4345-A222-B750FA838F02}"/>
    <dgm:cxn modelId="{3E358201-F184-48E2-B2F9-87D65640AC3E}" type="presParOf" srcId="{761E82F4-CB2A-4A42-992C-6D7E3CF9B956}" destId="{C91F0258-3C57-4E33-A593-168966109261}" srcOrd="0" destOrd="0" presId="urn:microsoft.com/office/officeart/2018/2/layout/IconLabelList"/>
    <dgm:cxn modelId="{F2CB0AA9-B560-4CFC-92AB-1F2B34AD4928}" type="presParOf" srcId="{C91F0258-3C57-4E33-A593-168966109261}" destId="{D4BFC7F9-5D2A-47F8-A56B-C396393AAA3E}" srcOrd="0" destOrd="0" presId="urn:microsoft.com/office/officeart/2018/2/layout/IconLabelList"/>
    <dgm:cxn modelId="{77BECF24-1EAE-4A47-B149-C21D8B22BFF9}" type="presParOf" srcId="{C91F0258-3C57-4E33-A593-168966109261}" destId="{2A9EABEC-C98D-412F-AB77-7F7EE9D98B34}" srcOrd="1" destOrd="0" presId="urn:microsoft.com/office/officeart/2018/2/layout/IconLabelList"/>
    <dgm:cxn modelId="{A1FCFE6A-82F6-47DA-8792-5155AB693731}" type="presParOf" srcId="{C91F0258-3C57-4E33-A593-168966109261}" destId="{4F7C912E-988B-403C-B904-659D2D140D29}" srcOrd="2" destOrd="0" presId="urn:microsoft.com/office/officeart/2018/2/layout/IconLabelList"/>
    <dgm:cxn modelId="{A8655AC6-EB8D-4BF5-B64A-154618D39CEF}" type="presParOf" srcId="{761E82F4-CB2A-4A42-992C-6D7E3CF9B956}" destId="{953618D0-3AD2-497B-ACA7-A809D2DF6869}" srcOrd="1" destOrd="0" presId="urn:microsoft.com/office/officeart/2018/2/layout/IconLabelList"/>
    <dgm:cxn modelId="{B34880CA-A7A1-4E02-8920-714D877FBB1B}" type="presParOf" srcId="{761E82F4-CB2A-4A42-992C-6D7E3CF9B956}" destId="{134DE552-68DC-4B8D-8B47-16A03C49E8BF}" srcOrd="2" destOrd="0" presId="urn:microsoft.com/office/officeart/2018/2/layout/IconLabelList"/>
    <dgm:cxn modelId="{A92B8F6C-E3C4-48D7-B52A-2332AF156442}" type="presParOf" srcId="{134DE552-68DC-4B8D-8B47-16A03C49E8BF}" destId="{2202B0DB-01C5-4B6E-B3B5-71454FC1464A}" srcOrd="0" destOrd="0" presId="urn:microsoft.com/office/officeart/2018/2/layout/IconLabelList"/>
    <dgm:cxn modelId="{5F51BF96-9FC2-4A0E-9CA2-6FB1503C75FC}" type="presParOf" srcId="{134DE552-68DC-4B8D-8B47-16A03C49E8BF}" destId="{96FA0539-F1E4-424C-BEC9-8A3BAFF0EE87}" srcOrd="1" destOrd="0" presId="urn:microsoft.com/office/officeart/2018/2/layout/IconLabelList"/>
    <dgm:cxn modelId="{FC97FCAD-CD41-421B-9A14-FCEEEDF55409}" type="presParOf" srcId="{134DE552-68DC-4B8D-8B47-16A03C49E8BF}" destId="{71D613B3-8471-4CF7-A844-5B70BAE163BE}" srcOrd="2" destOrd="0" presId="urn:microsoft.com/office/officeart/2018/2/layout/IconLabelList"/>
    <dgm:cxn modelId="{70B14762-1E2A-493E-9F37-CB2446F692EB}" type="presParOf" srcId="{761E82F4-CB2A-4A42-992C-6D7E3CF9B956}" destId="{409B9CEA-65D8-42E6-AD52-58182518BD67}" srcOrd="3" destOrd="0" presId="urn:microsoft.com/office/officeart/2018/2/layout/IconLabelList"/>
    <dgm:cxn modelId="{33EC3448-FCE1-42BF-873F-9E583DC08D66}" type="presParOf" srcId="{761E82F4-CB2A-4A42-992C-6D7E3CF9B956}" destId="{E3970903-32B7-4AF3-ACFB-34533ECF1D05}" srcOrd="4" destOrd="0" presId="urn:microsoft.com/office/officeart/2018/2/layout/IconLabelList"/>
    <dgm:cxn modelId="{731998A9-A746-4F8E-B431-1D290A9419E7}" type="presParOf" srcId="{E3970903-32B7-4AF3-ACFB-34533ECF1D05}" destId="{5FDE96DB-91EA-463C-96E1-73639D407522}" srcOrd="0" destOrd="0" presId="urn:microsoft.com/office/officeart/2018/2/layout/IconLabelList"/>
    <dgm:cxn modelId="{710838DE-9989-482B-AF17-AE7F897847B6}" type="presParOf" srcId="{E3970903-32B7-4AF3-ACFB-34533ECF1D05}" destId="{C57CC65D-8FCC-4888-A1ED-FEB5D9BE9D97}" srcOrd="1" destOrd="0" presId="urn:microsoft.com/office/officeart/2018/2/layout/IconLabelList"/>
    <dgm:cxn modelId="{52DA6DDC-5CD2-4E1D-9FDB-7038D58DD3EC}" type="presParOf" srcId="{E3970903-32B7-4AF3-ACFB-34533ECF1D05}" destId="{B6A48FA4-A45D-40F9-B5BD-44BC0BCEDF12}" srcOrd="2" destOrd="0" presId="urn:microsoft.com/office/officeart/2018/2/layout/IconLabelList"/>
    <dgm:cxn modelId="{99F6DEAE-9FA9-441B-8720-DA5FF41E5BF4}" type="presParOf" srcId="{761E82F4-CB2A-4A42-992C-6D7E3CF9B956}" destId="{A77F7C22-278F-456F-B8B2-09420EE41E30}" srcOrd="5" destOrd="0" presId="urn:microsoft.com/office/officeart/2018/2/layout/IconLabelList"/>
    <dgm:cxn modelId="{DDE387B2-ACF0-4C02-96CA-CB2DC0614928}" type="presParOf" srcId="{761E82F4-CB2A-4A42-992C-6D7E3CF9B956}" destId="{4D54CD04-EC9C-47BD-B7F7-B8357B41AF11}" srcOrd="6" destOrd="0" presId="urn:microsoft.com/office/officeart/2018/2/layout/IconLabelList"/>
    <dgm:cxn modelId="{8F7C7D64-FACB-4E66-85E3-1811C485170A}" type="presParOf" srcId="{4D54CD04-EC9C-47BD-B7F7-B8357B41AF11}" destId="{C75BAEEB-7A97-44E0-A6CD-FE3098CC7058}" srcOrd="0" destOrd="0" presId="urn:microsoft.com/office/officeart/2018/2/layout/IconLabelList"/>
    <dgm:cxn modelId="{020E0E82-9946-46EE-9FA4-874406BC908B}" type="presParOf" srcId="{4D54CD04-EC9C-47BD-B7F7-B8357B41AF11}" destId="{300A456F-A577-4E64-854F-696DCE26D4D6}" srcOrd="1" destOrd="0" presId="urn:microsoft.com/office/officeart/2018/2/layout/IconLabelList"/>
    <dgm:cxn modelId="{75900177-65FB-48D5-93E3-ABF762BA3035}" type="presParOf" srcId="{4D54CD04-EC9C-47BD-B7F7-B8357B41AF11}" destId="{6F1C0CD5-31B9-45C8-8665-45F7E30368F3}" srcOrd="2" destOrd="0" presId="urn:microsoft.com/office/officeart/2018/2/layout/IconLabelList"/>
    <dgm:cxn modelId="{3BEE0C69-37DD-4559-B871-7E323D989324}" type="presParOf" srcId="{761E82F4-CB2A-4A42-992C-6D7E3CF9B956}" destId="{A08E78F4-E2FF-4402-8F9A-E649520D2F8A}" srcOrd="7" destOrd="0" presId="urn:microsoft.com/office/officeart/2018/2/layout/IconLabelList"/>
    <dgm:cxn modelId="{DCB8B067-6C09-4F35-AF30-98AF33BEF978}" type="presParOf" srcId="{761E82F4-CB2A-4A42-992C-6D7E3CF9B956}" destId="{493161AB-1473-4ED9-AB90-1D935763F289}" srcOrd="8" destOrd="0" presId="urn:microsoft.com/office/officeart/2018/2/layout/IconLabelList"/>
    <dgm:cxn modelId="{58F10A6E-61AA-4969-AF7A-BCBCC22868D6}" type="presParOf" srcId="{493161AB-1473-4ED9-AB90-1D935763F289}" destId="{AB5110EB-3DDA-4211-AC54-ED14820F249D}" srcOrd="0" destOrd="0" presId="urn:microsoft.com/office/officeart/2018/2/layout/IconLabelList"/>
    <dgm:cxn modelId="{C73A112C-6C77-46F5-BE0D-84271E56BFCF}" type="presParOf" srcId="{493161AB-1473-4ED9-AB90-1D935763F289}" destId="{052F9BB6-5B5E-4275-AC79-3DE506C96B2B}" srcOrd="1" destOrd="0" presId="urn:microsoft.com/office/officeart/2018/2/layout/IconLabelList"/>
    <dgm:cxn modelId="{D5785490-209D-4503-9104-04A59D39B7B7}" type="presParOf" srcId="{493161AB-1473-4ED9-AB90-1D935763F289}" destId="{EA22ADBC-2A62-4B39-96F0-391B19EFC0BB}" srcOrd="2" destOrd="0" presId="urn:microsoft.com/office/officeart/2018/2/layout/IconLabelList"/>
    <dgm:cxn modelId="{A13315C3-1903-4BF8-AB60-9D37239538D2}" type="presParOf" srcId="{761E82F4-CB2A-4A42-992C-6D7E3CF9B956}" destId="{65FCC5AB-BABE-4353-9C40-67468309242D}" srcOrd="9" destOrd="0" presId="urn:microsoft.com/office/officeart/2018/2/layout/IconLabelList"/>
    <dgm:cxn modelId="{8A64F827-006D-48F6-BC1D-0DAC130C3926}" type="presParOf" srcId="{761E82F4-CB2A-4A42-992C-6D7E3CF9B956}" destId="{B89FE7EA-8289-4DBE-9148-F3DEABAE9ABE}" srcOrd="10" destOrd="0" presId="urn:microsoft.com/office/officeart/2018/2/layout/IconLabelList"/>
    <dgm:cxn modelId="{C3561DA8-BB64-494D-A9AB-C6C565032E45}" type="presParOf" srcId="{B89FE7EA-8289-4DBE-9148-F3DEABAE9ABE}" destId="{5563ED51-C43E-44EB-8B18-9ADE206B32B1}" srcOrd="0" destOrd="0" presId="urn:microsoft.com/office/officeart/2018/2/layout/IconLabelList"/>
    <dgm:cxn modelId="{8B102F3B-E735-451D-BD4A-FE3AB74DC7D7}" type="presParOf" srcId="{B89FE7EA-8289-4DBE-9148-F3DEABAE9ABE}" destId="{143A60A1-6A6D-4046-A329-87C02644CEC5}" srcOrd="1" destOrd="0" presId="urn:microsoft.com/office/officeart/2018/2/layout/IconLabelList"/>
    <dgm:cxn modelId="{E66809B2-21C0-47DF-A949-751EC8D2FE23}" type="presParOf" srcId="{B89FE7EA-8289-4DBE-9148-F3DEABAE9ABE}" destId="{2D0A9630-BCEC-4C93-9EE7-69BA9601F917}" srcOrd="2" destOrd="0" presId="urn:microsoft.com/office/officeart/2018/2/layout/IconLabelList"/>
    <dgm:cxn modelId="{C9804303-E651-4FD0-9641-2BFF4D0BBC81}" type="presParOf" srcId="{761E82F4-CB2A-4A42-992C-6D7E3CF9B956}" destId="{B8783D23-0944-44F6-8F2A-6F39E90BD3B4}" srcOrd="11" destOrd="0" presId="urn:microsoft.com/office/officeart/2018/2/layout/IconLabelList"/>
    <dgm:cxn modelId="{09B058F7-5F79-4148-B8E1-661489867F71}" type="presParOf" srcId="{761E82F4-CB2A-4A42-992C-6D7E3CF9B956}" destId="{E3FCD9CA-F94F-4A37-B73A-BE9D36C8F90F}" srcOrd="12" destOrd="0" presId="urn:microsoft.com/office/officeart/2018/2/layout/IconLabelList"/>
    <dgm:cxn modelId="{D9BD6C62-C55B-41CD-8DD8-CA277F87B06F}" type="presParOf" srcId="{E3FCD9CA-F94F-4A37-B73A-BE9D36C8F90F}" destId="{4A0B5382-0763-4911-B137-073A6AF2494D}" srcOrd="0" destOrd="0" presId="urn:microsoft.com/office/officeart/2018/2/layout/IconLabelList"/>
    <dgm:cxn modelId="{90335D30-85A6-4D53-B02E-FDF4E9735654}" type="presParOf" srcId="{E3FCD9CA-F94F-4A37-B73A-BE9D36C8F90F}" destId="{936FB370-1D92-472E-9A3B-AE272846A589}" srcOrd="1" destOrd="0" presId="urn:microsoft.com/office/officeart/2018/2/layout/IconLabelList"/>
    <dgm:cxn modelId="{66956AC3-36C4-4021-A56B-0C64B0CF4B22}" type="presParOf" srcId="{E3FCD9CA-F94F-4A37-B73A-BE9D36C8F90F}" destId="{D67D7A09-BC0B-4427-9D94-73194AC84DB2}" srcOrd="2" destOrd="0" presId="urn:microsoft.com/office/officeart/2018/2/layout/IconLabelList"/>
    <dgm:cxn modelId="{77C5F58A-1416-488A-8E13-E67D3A28F774}" type="presParOf" srcId="{761E82F4-CB2A-4A42-992C-6D7E3CF9B956}" destId="{3ADF0165-1CF3-445B-A77D-40535EE300BC}" srcOrd="13" destOrd="0" presId="urn:microsoft.com/office/officeart/2018/2/layout/IconLabelList"/>
    <dgm:cxn modelId="{521E0AEF-18CB-444D-8187-F4F1008CEFDC}" type="presParOf" srcId="{761E82F4-CB2A-4A42-992C-6D7E3CF9B956}" destId="{2D368539-142F-43F6-9C22-73E4259651E0}" srcOrd="14" destOrd="0" presId="urn:microsoft.com/office/officeart/2018/2/layout/IconLabelList"/>
    <dgm:cxn modelId="{018986FA-474A-4E5F-B4C1-52066C589D96}" type="presParOf" srcId="{2D368539-142F-43F6-9C22-73E4259651E0}" destId="{F8D022EA-E378-4F5B-A0BD-57524C18504E}" srcOrd="0" destOrd="0" presId="urn:microsoft.com/office/officeart/2018/2/layout/IconLabelList"/>
    <dgm:cxn modelId="{7A3682C1-79A8-4F84-B98B-2FF1CCF75F0E}" type="presParOf" srcId="{2D368539-142F-43F6-9C22-73E4259651E0}" destId="{CD7D9A00-9846-4DC9-945E-7E94D4897F87}" srcOrd="1" destOrd="0" presId="urn:microsoft.com/office/officeart/2018/2/layout/IconLabelList"/>
    <dgm:cxn modelId="{51D9F8E5-21B1-43D0-B8A0-97F5671A6D85}" type="presParOf" srcId="{2D368539-142F-43F6-9C22-73E4259651E0}" destId="{E8712083-669F-4A09-9429-5826BB1FC3A5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CA69787-9223-4FF6-AF09-CE733102F89F}" type="doc">
      <dgm:prSet loTypeId="urn:microsoft.com/office/officeart/2018/5/layout/IconCircleLabelList" loCatId="icon" qsTypeId="urn:microsoft.com/office/officeart/2005/8/quickstyle/simple1#9" qsCatId="simple" csTypeId="urn:microsoft.com/office/officeart/2005/8/colors/accent1_2#9" csCatId="accent1" phldr="1"/>
      <dgm:spPr/>
      <dgm:t>
        <a:bodyPr/>
        <a:lstStyle/>
        <a:p>
          <a:endParaRPr lang="en-US"/>
        </a:p>
      </dgm:t>
    </dgm:pt>
    <dgm:pt modelId="{1161D1F0-74B3-4047-8F16-99144720C11A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/>
            <a:t>Complex calendar management</a:t>
          </a:r>
          <a:endParaRPr lang="en-US"/>
        </a:p>
      </dgm:t>
    </dgm:pt>
    <dgm:pt modelId="{FD481574-D648-499C-8132-DA900C3D1C3A}" type="parTrans" cxnId="{C58B61A6-D6E6-407C-8389-287C6E1C6EED}">
      <dgm:prSet/>
      <dgm:spPr/>
      <dgm:t>
        <a:bodyPr/>
        <a:lstStyle/>
        <a:p>
          <a:endParaRPr lang="en-US"/>
        </a:p>
      </dgm:t>
    </dgm:pt>
    <dgm:pt modelId="{49315B2D-D56B-44FB-ADD6-6E32B8529195}" type="sibTrans" cxnId="{C58B61A6-D6E6-407C-8389-287C6E1C6EED}">
      <dgm:prSet/>
      <dgm:spPr/>
      <dgm:t>
        <a:bodyPr/>
        <a:lstStyle/>
        <a:p>
          <a:endParaRPr lang="en-US"/>
        </a:p>
      </dgm:t>
    </dgm:pt>
    <dgm:pt modelId="{1ED29D04-1B61-4D4B-8306-C034970574CF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/>
            <a:t>High-profile meeting coordination</a:t>
          </a:r>
          <a:endParaRPr lang="en-US"/>
        </a:p>
      </dgm:t>
    </dgm:pt>
    <dgm:pt modelId="{19FEDC2A-E9D9-4B4C-8474-4E026E690ACC}" type="parTrans" cxnId="{7CE017DA-9BA1-4D7E-9BB2-635DF745A4FF}">
      <dgm:prSet/>
      <dgm:spPr/>
      <dgm:t>
        <a:bodyPr/>
        <a:lstStyle/>
        <a:p>
          <a:endParaRPr lang="en-US"/>
        </a:p>
      </dgm:t>
    </dgm:pt>
    <dgm:pt modelId="{3BC951BF-F417-4A9A-A7F1-B03F26906AAB}" type="sibTrans" cxnId="{7CE017DA-9BA1-4D7E-9BB2-635DF745A4FF}">
      <dgm:prSet/>
      <dgm:spPr/>
      <dgm:t>
        <a:bodyPr/>
        <a:lstStyle/>
        <a:p>
          <a:endParaRPr lang="en-US"/>
        </a:p>
      </dgm:t>
    </dgm:pt>
    <dgm:pt modelId="{BA413EB7-0613-41D2-B437-1440FF1932CF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/>
            <a:t>Confidential correspondence</a:t>
          </a:r>
          <a:endParaRPr lang="en-US"/>
        </a:p>
      </dgm:t>
    </dgm:pt>
    <dgm:pt modelId="{05A37602-3404-44D0-8A6D-48ECDFEEEA51}" type="parTrans" cxnId="{A92FA6F9-90E9-45BC-A99F-3123190BFA08}">
      <dgm:prSet/>
      <dgm:spPr/>
      <dgm:t>
        <a:bodyPr/>
        <a:lstStyle/>
        <a:p>
          <a:endParaRPr lang="en-US"/>
        </a:p>
      </dgm:t>
    </dgm:pt>
    <dgm:pt modelId="{A97F80C6-25EA-4652-9C62-CE28A4A676F0}" type="sibTrans" cxnId="{A92FA6F9-90E9-45BC-A99F-3123190BFA08}">
      <dgm:prSet/>
      <dgm:spPr/>
      <dgm:t>
        <a:bodyPr/>
        <a:lstStyle/>
        <a:p>
          <a:endParaRPr lang="en-US"/>
        </a:p>
      </dgm:t>
    </dgm:pt>
    <dgm:pt modelId="{FBC6ADE1-B6F5-41B6-A1B6-F6712F753BAA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/>
            <a:t>Executive travel</a:t>
          </a:r>
          <a:endParaRPr lang="en-US"/>
        </a:p>
      </dgm:t>
    </dgm:pt>
    <dgm:pt modelId="{B1F067F2-E9D4-4DE2-B973-16CB48EF2B79}" type="parTrans" cxnId="{330F1B1A-25C6-490B-B77E-8F01BE43A993}">
      <dgm:prSet/>
      <dgm:spPr/>
      <dgm:t>
        <a:bodyPr/>
        <a:lstStyle/>
        <a:p>
          <a:endParaRPr lang="en-US"/>
        </a:p>
      </dgm:t>
    </dgm:pt>
    <dgm:pt modelId="{DC68A508-EFC7-437D-BB4D-6CCD1279FF0D}" type="sibTrans" cxnId="{330F1B1A-25C6-490B-B77E-8F01BE43A993}">
      <dgm:prSet/>
      <dgm:spPr/>
      <dgm:t>
        <a:bodyPr/>
        <a:lstStyle/>
        <a:p>
          <a:endParaRPr lang="en-US"/>
        </a:p>
      </dgm:t>
    </dgm:pt>
    <dgm:pt modelId="{20836DC4-E4D3-4199-BFB3-7F22CC3DF27E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/>
            <a:t>Board materials</a:t>
          </a:r>
          <a:endParaRPr lang="en-US"/>
        </a:p>
      </dgm:t>
    </dgm:pt>
    <dgm:pt modelId="{13CC0791-5B63-4862-8156-FA0FB350F966}" type="parTrans" cxnId="{0BA87299-55A6-47DA-ABAD-5755CF46A1C0}">
      <dgm:prSet/>
      <dgm:spPr/>
      <dgm:t>
        <a:bodyPr/>
        <a:lstStyle/>
        <a:p>
          <a:endParaRPr lang="en-US"/>
        </a:p>
      </dgm:t>
    </dgm:pt>
    <dgm:pt modelId="{9A55233A-DD97-48C4-AF5F-8E09ED81CEDA}" type="sibTrans" cxnId="{0BA87299-55A6-47DA-ABAD-5755CF46A1C0}">
      <dgm:prSet/>
      <dgm:spPr/>
      <dgm:t>
        <a:bodyPr/>
        <a:lstStyle/>
        <a:p>
          <a:endParaRPr lang="en-US"/>
        </a:p>
      </dgm:t>
    </dgm:pt>
    <dgm:pt modelId="{D021B966-F8EE-444F-A862-541A7D3E1AC5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/>
            <a:t>Event planning</a:t>
          </a:r>
          <a:endParaRPr lang="en-US"/>
        </a:p>
      </dgm:t>
    </dgm:pt>
    <dgm:pt modelId="{C6F12670-3C6F-41D5-B715-57EB9435B12A}" type="parTrans" cxnId="{4CF76CF7-DB99-470D-BC2D-04A39B36E75C}">
      <dgm:prSet/>
      <dgm:spPr/>
      <dgm:t>
        <a:bodyPr/>
        <a:lstStyle/>
        <a:p>
          <a:endParaRPr lang="en-US"/>
        </a:p>
      </dgm:t>
    </dgm:pt>
    <dgm:pt modelId="{8D98265D-EB64-4FA5-8822-40335F45584A}" type="sibTrans" cxnId="{4CF76CF7-DB99-470D-BC2D-04A39B36E75C}">
      <dgm:prSet/>
      <dgm:spPr/>
      <dgm:t>
        <a:bodyPr/>
        <a:lstStyle/>
        <a:p>
          <a:endParaRPr lang="en-US"/>
        </a:p>
      </dgm:t>
    </dgm:pt>
    <dgm:pt modelId="{73EB8288-A683-461B-AE17-5A73962FC963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/>
            <a:t>Priority management</a:t>
          </a:r>
          <a:endParaRPr lang="en-US"/>
        </a:p>
      </dgm:t>
    </dgm:pt>
    <dgm:pt modelId="{3CDF827B-622C-4BD0-8DDC-9F1800AB74E5}" type="parTrans" cxnId="{A0FAC8F4-60D8-48E6-8328-2AFF8425A26A}">
      <dgm:prSet/>
      <dgm:spPr/>
      <dgm:t>
        <a:bodyPr/>
        <a:lstStyle/>
        <a:p>
          <a:endParaRPr lang="en-US"/>
        </a:p>
      </dgm:t>
    </dgm:pt>
    <dgm:pt modelId="{33220445-4C42-4770-8110-7EAF921D4834}" type="sibTrans" cxnId="{A0FAC8F4-60D8-48E6-8328-2AFF8425A26A}">
      <dgm:prSet/>
      <dgm:spPr/>
      <dgm:t>
        <a:bodyPr/>
        <a:lstStyle/>
        <a:p>
          <a:endParaRPr lang="en-US"/>
        </a:p>
      </dgm:t>
    </dgm:pt>
    <dgm:pt modelId="{34F4162F-FCEA-4DF0-AFDB-A2A5B9704FD7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/>
            <a:t>Anticipating leadership needs</a:t>
          </a:r>
          <a:endParaRPr lang="en-US"/>
        </a:p>
      </dgm:t>
    </dgm:pt>
    <dgm:pt modelId="{B23D5885-DB4C-45AC-A136-71738C264A13}" type="parTrans" cxnId="{786DFABE-76D4-48AC-A72B-8F1C544C2121}">
      <dgm:prSet/>
      <dgm:spPr/>
      <dgm:t>
        <a:bodyPr/>
        <a:lstStyle/>
        <a:p>
          <a:endParaRPr lang="en-US"/>
        </a:p>
      </dgm:t>
    </dgm:pt>
    <dgm:pt modelId="{7EF0DFB6-845F-4EF3-9077-EFEF1D16FB36}" type="sibTrans" cxnId="{786DFABE-76D4-48AC-A72B-8F1C544C2121}">
      <dgm:prSet/>
      <dgm:spPr/>
      <dgm:t>
        <a:bodyPr/>
        <a:lstStyle/>
        <a:p>
          <a:endParaRPr lang="en-US"/>
        </a:p>
      </dgm:t>
    </dgm:pt>
    <dgm:pt modelId="{D81DBF90-9E42-417A-A68E-6F7BD382CD78}" type="pres">
      <dgm:prSet presAssocID="{8CA69787-9223-4FF6-AF09-CE733102F89F}" presName="root" presStyleCnt="0">
        <dgm:presLayoutVars>
          <dgm:dir/>
          <dgm:resizeHandles val="exact"/>
        </dgm:presLayoutVars>
      </dgm:prSet>
      <dgm:spPr/>
    </dgm:pt>
    <dgm:pt modelId="{DF113254-6EA5-4A70-A3E2-07B206EE8D30}" type="pres">
      <dgm:prSet presAssocID="{1161D1F0-74B3-4047-8F16-99144720C11A}" presName="compNode" presStyleCnt="0"/>
      <dgm:spPr/>
    </dgm:pt>
    <dgm:pt modelId="{3212AE71-CF55-4EB3-A597-23D1E0CCBC44}" type="pres">
      <dgm:prSet presAssocID="{1161D1F0-74B3-4047-8F16-99144720C11A}" presName="iconBgRect" presStyleLbl="bgShp" presStyleIdx="0" presStyleCnt="8"/>
      <dgm:spPr/>
    </dgm:pt>
    <dgm:pt modelId="{361268F4-AA4C-4FFA-911B-D393A822F154}" type="pres">
      <dgm:prSet presAssocID="{1161D1F0-74B3-4047-8F16-99144720C11A}" presName="iconRect" presStyleLbl="node1" presStyleIdx="0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ily Calendar"/>
        </a:ext>
      </dgm:extLst>
    </dgm:pt>
    <dgm:pt modelId="{35B62E40-7246-4595-836C-E4229EA981E3}" type="pres">
      <dgm:prSet presAssocID="{1161D1F0-74B3-4047-8F16-99144720C11A}" presName="spaceRect" presStyleCnt="0"/>
      <dgm:spPr/>
    </dgm:pt>
    <dgm:pt modelId="{945E0BE5-0DF5-4AC5-864D-7D1D991844B7}" type="pres">
      <dgm:prSet presAssocID="{1161D1F0-74B3-4047-8F16-99144720C11A}" presName="textRect" presStyleLbl="revTx" presStyleIdx="0" presStyleCnt="8">
        <dgm:presLayoutVars>
          <dgm:chMax val="1"/>
          <dgm:chPref val="1"/>
        </dgm:presLayoutVars>
      </dgm:prSet>
      <dgm:spPr/>
    </dgm:pt>
    <dgm:pt modelId="{52D69E2A-BA53-4DF9-A727-91D0C62F5EE7}" type="pres">
      <dgm:prSet presAssocID="{49315B2D-D56B-44FB-ADD6-6E32B8529195}" presName="sibTrans" presStyleCnt="0"/>
      <dgm:spPr/>
    </dgm:pt>
    <dgm:pt modelId="{901E251F-2E24-4001-A48B-D93A5EA39B2E}" type="pres">
      <dgm:prSet presAssocID="{1ED29D04-1B61-4D4B-8306-C034970574CF}" presName="compNode" presStyleCnt="0"/>
      <dgm:spPr/>
    </dgm:pt>
    <dgm:pt modelId="{927C52A6-A748-4E16-BD56-6D9783F3A408}" type="pres">
      <dgm:prSet presAssocID="{1ED29D04-1B61-4D4B-8306-C034970574CF}" presName="iconBgRect" presStyleLbl="bgShp" presStyleIdx="1" presStyleCnt="8"/>
      <dgm:spPr/>
    </dgm:pt>
    <dgm:pt modelId="{F1354C04-3BBE-4A09-9CB5-37D8DDB565F5}" type="pres">
      <dgm:prSet presAssocID="{1ED29D04-1B61-4D4B-8306-C034970574CF}" presName="iconRect" presStyleLbl="node1" presStyleIdx="1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3E88A9E2-6097-49B2-A399-F82C6595F290}" type="pres">
      <dgm:prSet presAssocID="{1ED29D04-1B61-4D4B-8306-C034970574CF}" presName="spaceRect" presStyleCnt="0"/>
      <dgm:spPr/>
    </dgm:pt>
    <dgm:pt modelId="{B38EA564-C214-4DD2-AB21-DAFA085DFD57}" type="pres">
      <dgm:prSet presAssocID="{1ED29D04-1B61-4D4B-8306-C034970574CF}" presName="textRect" presStyleLbl="revTx" presStyleIdx="1" presStyleCnt="8">
        <dgm:presLayoutVars>
          <dgm:chMax val="1"/>
          <dgm:chPref val="1"/>
        </dgm:presLayoutVars>
      </dgm:prSet>
      <dgm:spPr/>
    </dgm:pt>
    <dgm:pt modelId="{4883B251-220B-40AD-83FC-7EC006145E26}" type="pres">
      <dgm:prSet presAssocID="{3BC951BF-F417-4A9A-A7F1-B03F26906AAB}" presName="sibTrans" presStyleCnt="0"/>
      <dgm:spPr/>
    </dgm:pt>
    <dgm:pt modelId="{EBC77F6A-7AC2-4684-9972-9C1572424DB4}" type="pres">
      <dgm:prSet presAssocID="{BA413EB7-0613-41D2-B437-1440FF1932CF}" presName="compNode" presStyleCnt="0"/>
      <dgm:spPr/>
    </dgm:pt>
    <dgm:pt modelId="{D85FA17C-D982-488C-A869-2305BBA96893}" type="pres">
      <dgm:prSet presAssocID="{BA413EB7-0613-41D2-B437-1440FF1932CF}" presName="iconBgRect" presStyleLbl="bgShp" presStyleIdx="2" presStyleCnt="8"/>
      <dgm:spPr/>
    </dgm:pt>
    <dgm:pt modelId="{02BD0EB8-CF3B-4083-B625-0AF657BB7C73}" type="pres">
      <dgm:prSet presAssocID="{BA413EB7-0613-41D2-B437-1440FF1932CF}" presName="iconRect" presStyleLbl="node1" presStyleIdx="2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nvelope"/>
        </a:ext>
      </dgm:extLst>
    </dgm:pt>
    <dgm:pt modelId="{ACC9E5E3-37A3-4110-AC1C-7B2E90AA3156}" type="pres">
      <dgm:prSet presAssocID="{BA413EB7-0613-41D2-B437-1440FF1932CF}" presName="spaceRect" presStyleCnt="0"/>
      <dgm:spPr/>
    </dgm:pt>
    <dgm:pt modelId="{C57D5D2A-B60C-4406-A945-FC48FD346BBC}" type="pres">
      <dgm:prSet presAssocID="{BA413EB7-0613-41D2-B437-1440FF1932CF}" presName="textRect" presStyleLbl="revTx" presStyleIdx="2" presStyleCnt="8">
        <dgm:presLayoutVars>
          <dgm:chMax val="1"/>
          <dgm:chPref val="1"/>
        </dgm:presLayoutVars>
      </dgm:prSet>
      <dgm:spPr/>
    </dgm:pt>
    <dgm:pt modelId="{F679CAE6-195E-41A4-9EDE-5E2FF3DDF669}" type="pres">
      <dgm:prSet presAssocID="{A97F80C6-25EA-4652-9C62-CE28A4A676F0}" presName="sibTrans" presStyleCnt="0"/>
      <dgm:spPr/>
    </dgm:pt>
    <dgm:pt modelId="{6C9750E9-7AEC-47F3-ACF0-B1C1E677AEA5}" type="pres">
      <dgm:prSet presAssocID="{FBC6ADE1-B6F5-41B6-A1B6-F6712F753BAA}" presName="compNode" presStyleCnt="0"/>
      <dgm:spPr/>
    </dgm:pt>
    <dgm:pt modelId="{97594991-42E0-4BD8-AC90-3EA9D334E45C}" type="pres">
      <dgm:prSet presAssocID="{FBC6ADE1-B6F5-41B6-A1B6-F6712F753BAA}" presName="iconBgRect" presStyleLbl="bgShp" presStyleIdx="3" presStyleCnt="8"/>
      <dgm:spPr/>
    </dgm:pt>
    <dgm:pt modelId="{E448F50B-C8C3-4547-ABDD-6D8D9817B533}" type="pres">
      <dgm:prSet presAssocID="{FBC6ADE1-B6F5-41B6-A1B6-F6712F753BAA}" presName="iconRect" presStyleLbl="node1" presStyleIdx="3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irplane"/>
        </a:ext>
      </dgm:extLst>
    </dgm:pt>
    <dgm:pt modelId="{C4EA5C11-4AEE-45EA-AD31-BE83F5ED89C3}" type="pres">
      <dgm:prSet presAssocID="{FBC6ADE1-B6F5-41B6-A1B6-F6712F753BAA}" presName="spaceRect" presStyleCnt="0"/>
      <dgm:spPr/>
    </dgm:pt>
    <dgm:pt modelId="{F23B62CA-0E61-4979-8530-2B9CD60F51E0}" type="pres">
      <dgm:prSet presAssocID="{FBC6ADE1-B6F5-41B6-A1B6-F6712F753BAA}" presName="textRect" presStyleLbl="revTx" presStyleIdx="3" presStyleCnt="8">
        <dgm:presLayoutVars>
          <dgm:chMax val="1"/>
          <dgm:chPref val="1"/>
        </dgm:presLayoutVars>
      </dgm:prSet>
      <dgm:spPr/>
    </dgm:pt>
    <dgm:pt modelId="{A85251FE-DC04-433E-A2E9-797039ACFF05}" type="pres">
      <dgm:prSet presAssocID="{DC68A508-EFC7-437D-BB4D-6CCD1279FF0D}" presName="sibTrans" presStyleCnt="0"/>
      <dgm:spPr/>
    </dgm:pt>
    <dgm:pt modelId="{6911B195-5B2C-4B50-906F-16A3D7848273}" type="pres">
      <dgm:prSet presAssocID="{20836DC4-E4D3-4199-BFB3-7F22CC3DF27E}" presName="compNode" presStyleCnt="0"/>
      <dgm:spPr/>
    </dgm:pt>
    <dgm:pt modelId="{27A92BE7-09BA-46D6-A8D0-8EF30A1FD3C0}" type="pres">
      <dgm:prSet presAssocID="{20836DC4-E4D3-4199-BFB3-7F22CC3DF27E}" presName="iconBgRect" presStyleLbl="bgShp" presStyleIdx="4" presStyleCnt="8"/>
      <dgm:spPr/>
    </dgm:pt>
    <dgm:pt modelId="{2D5D5719-FE1B-4DE5-8A28-642D143CCC38}" type="pres">
      <dgm:prSet presAssocID="{20836DC4-E4D3-4199-BFB3-7F22CC3DF27E}" presName="iconRect" presStyleLbl="node1" presStyleIdx="4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oardOfDirectors"/>
        </a:ext>
      </dgm:extLst>
    </dgm:pt>
    <dgm:pt modelId="{AFFE17EF-6386-42B0-B245-A23CD5F77670}" type="pres">
      <dgm:prSet presAssocID="{20836DC4-E4D3-4199-BFB3-7F22CC3DF27E}" presName="spaceRect" presStyleCnt="0"/>
      <dgm:spPr/>
    </dgm:pt>
    <dgm:pt modelId="{F62A58D1-BEE6-4C65-A078-7F9CD68DDF12}" type="pres">
      <dgm:prSet presAssocID="{20836DC4-E4D3-4199-BFB3-7F22CC3DF27E}" presName="textRect" presStyleLbl="revTx" presStyleIdx="4" presStyleCnt="8">
        <dgm:presLayoutVars>
          <dgm:chMax val="1"/>
          <dgm:chPref val="1"/>
        </dgm:presLayoutVars>
      </dgm:prSet>
      <dgm:spPr/>
    </dgm:pt>
    <dgm:pt modelId="{94734DCC-53D3-4E25-A44D-31AB77944B97}" type="pres">
      <dgm:prSet presAssocID="{9A55233A-DD97-48C4-AF5F-8E09ED81CEDA}" presName="sibTrans" presStyleCnt="0"/>
      <dgm:spPr/>
    </dgm:pt>
    <dgm:pt modelId="{D2A7CD50-3B0C-42A0-8C43-C1AC7B9F4234}" type="pres">
      <dgm:prSet presAssocID="{D021B966-F8EE-444F-A862-541A7D3E1AC5}" presName="compNode" presStyleCnt="0"/>
      <dgm:spPr/>
    </dgm:pt>
    <dgm:pt modelId="{227EB92D-742A-4122-BF0D-ED35E6B7E563}" type="pres">
      <dgm:prSet presAssocID="{D021B966-F8EE-444F-A862-541A7D3E1AC5}" presName="iconBgRect" presStyleLbl="bgShp" presStyleIdx="5" presStyleCnt="8"/>
      <dgm:spPr/>
    </dgm:pt>
    <dgm:pt modelId="{D1C56A48-4A21-4089-BDA3-D67546FD653F}" type="pres">
      <dgm:prSet presAssocID="{D021B966-F8EE-444F-A862-541A7D3E1AC5}" presName="iconRect" presStyleLbl="node1" presStyleIdx="5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eeting"/>
        </a:ext>
      </dgm:extLst>
    </dgm:pt>
    <dgm:pt modelId="{2D052238-DDF9-4568-8A4C-4C9FB6C46C99}" type="pres">
      <dgm:prSet presAssocID="{D021B966-F8EE-444F-A862-541A7D3E1AC5}" presName="spaceRect" presStyleCnt="0"/>
      <dgm:spPr/>
    </dgm:pt>
    <dgm:pt modelId="{6CAE9D73-5506-4F6D-90C5-174792FAC308}" type="pres">
      <dgm:prSet presAssocID="{D021B966-F8EE-444F-A862-541A7D3E1AC5}" presName="textRect" presStyleLbl="revTx" presStyleIdx="5" presStyleCnt="8">
        <dgm:presLayoutVars>
          <dgm:chMax val="1"/>
          <dgm:chPref val="1"/>
        </dgm:presLayoutVars>
      </dgm:prSet>
      <dgm:spPr/>
    </dgm:pt>
    <dgm:pt modelId="{CDE813D5-7044-41AF-9022-949A7A3C9BEF}" type="pres">
      <dgm:prSet presAssocID="{8D98265D-EB64-4FA5-8822-40335F45584A}" presName="sibTrans" presStyleCnt="0"/>
      <dgm:spPr/>
    </dgm:pt>
    <dgm:pt modelId="{D5E71610-E0B4-4D85-8C49-39908858FBCB}" type="pres">
      <dgm:prSet presAssocID="{73EB8288-A683-461B-AE17-5A73962FC963}" presName="compNode" presStyleCnt="0"/>
      <dgm:spPr/>
    </dgm:pt>
    <dgm:pt modelId="{17309AF9-9FE8-4224-985E-0C8A451E85E7}" type="pres">
      <dgm:prSet presAssocID="{73EB8288-A683-461B-AE17-5A73962FC963}" presName="iconBgRect" presStyleLbl="bgShp" presStyleIdx="6" presStyleCnt="8"/>
      <dgm:spPr/>
    </dgm:pt>
    <dgm:pt modelId="{F821340A-06B1-4B79-BE7E-8CCA68F7047B}" type="pres">
      <dgm:prSet presAssocID="{73EB8288-A683-461B-AE17-5A73962FC963}" presName="iconRect" presStyleLbl="node1" presStyleIdx="6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8853F6CC-6AFA-464F-A035-76CC8E0A9CE7}" type="pres">
      <dgm:prSet presAssocID="{73EB8288-A683-461B-AE17-5A73962FC963}" presName="spaceRect" presStyleCnt="0"/>
      <dgm:spPr/>
    </dgm:pt>
    <dgm:pt modelId="{5966A3CF-4F43-49A1-BAF2-6E8E27FBEEF3}" type="pres">
      <dgm:prSet presAssocID="{73EB8288-A683-461B-AE17-5A73962FC963}" presName="textRect" presStyleLbl="revTx" presStyleIdx="6" presStyleCnt="8">
        <dgm:presLayoutVars>
          <dgm:chMax val="1"/>
          <dgm:chPref val="1"/>
        </dgm:presLayoutVars>
      </dgm:prSet>
      <dgm:spPr/>
    </dgm:pt>
    <dgm:pt modelId="{96C874FC-46B1-4D63-AD5C-D84B625E0B58}" type="pres">
      <dgm:prSet presAssocID="{33220445-4C42-4770-8110-7EAF921D4834}" presName="sibTrans" presStyleCnt="0"/>
      <dgm:spPr/>
    </dgm:pt>
    <dgm:pt modelId="{1546EE80-A95F-4A14-A77E-732F1972C9B2}" type="pres">
      <dgm:prSet presAssocID="{34F4162F-FCEA-4DF0-AFDB-A2A5B9704FD7}" presName="compNode" presStyleCnt="0"/>
      <dgm:spPr/>
    </dgm:pt>
    <dgm:pt modelId="{D62880F3-A72F-479C-826A-773616906F82}" type="pres">
      <dgm:prSet presAssocID="{34F4162F-FCEA-4DF0-AFDB-A2A5B9704FD7}" presName="iconBgRect" presStyleLbl="bgShp" presStyleIdx="7" presStyleCnt="8"/>
      <dgm:spPr/>
    </dgm:pt>
    <dgm:pt modelId="{5732758B-E470-49AA-BDEC-D7C5FBB1D779}" type="pres">
      <dgm:prSet presAssocID="{34F4162F-FCEA-4DF0-AFDB-A2A5B9704FD7}" presName="iconRect" presStyleLbl="node1" presStyleIdx="7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16D1EA40-CC85-4398-82E1-F5B7AF0E53B4}" type="pres">
      <dgm:prSet presAssocID="{34F4162F-FCEA-4DF0-AFDB-A2A5B9704FD7}" presName="spaceRect" presStyleCnt="0"/>
      <dgm:spPr/>
    </dgm:pt>
    <dgm:pt modelId="{C6C4E063-4678-4A93-8A7A-8B649524A019}" type="pres">
      <dgm:prSet presAssocID="{34F4162F-FCEA-4DF0-AFDB-A2A5B9704FD7}" presName="textRect" presStyleLbl="revTx" presStyleIdx="7" presStyleCnt="8">
        <dgm:presLayoutVars>
          <dgm:chMax val="1"/>
          <dgm:chPref val="1"/>
        </dgm:presLayoutVars>
      </dgm:prSet>
      <dgm:spPr/>
    </dgm:pt>
  </dgm:ptLst>
  <dgm:cxnLst>
    <dgm:cxn modelId="{330F1B1A-25C6-490B-B77E-8F01BE43A993}" srcId="{8CA69787-9223-4FF6-AF09-CE733102F89F}" destId="{FBC6ADE1-B6F5-41B6-A1B6-F6712F753BAA}" srcOrd="3" destOrd="0" parTransId="{B1F067F2-E9D4-4DE2-B973-16CB48EF2B79}" sibTransId="{DC68A508-EFC7-437D-BB4D-6CCD1279FF0D}"/>
    <dgm:cxn modelId="{469F312C-8ABB-4D4E-8ED7-6B00AD99FE79}" type="presOf" srcId="{20836DC4-E4D3-4199-BFB3-7F22CC3DF27E}" destId="{F62A58D1-BEE6-4C65-A078-7F9CD68DDF12}" srcOrd="0" destOrd="0" presId="urn:microsoft.com/office/officeart/2018/5/layout/IconCircleLabelList"/>
    <dgm:cxn modelId="{0BA87299-55A6-47DA-ABAD-5755CF46A1C0}" srcId="{8CA69787-9223-4FF6-AF09-CE733102F89F}" destId="{20836DC4-E4D3-4199-BFB3-7F22CC3DF27E}" srcOrd="4" destOrd="0" parTransId="{13CC0791-5B63-4862-8156-FA0FB350F966}" sibTransId="{9A55233A-DD97-48C4-AF5F-8E09ED81CEDA}"/>
    <dgm:cxn modelId="{C58B61A6-D6E6-407C-8389-287C6E1C6EED}" srcId="{8CA69787-9223-4FF6-AF09-CE733102F89F}" destId="{1161D1F0-74B3-4047-8F16-99144720C11A}" srcOrd="0" destOrd="0" parTransId="{FD481574-D648-499C-8132-DA900C3D1C3A}" sibTransId="{49315B2D-D56B-44FB-ADD6-6E32B8529195}"/>
    <dgm:cxn modelId="{01628FB1-12D5-4B0F-8133-A123828D3CB9}" type="presOf" srcId="{73EB8288-A683-461B-AE17-5A73962FC963}" destId="{5966A3CF-4F43-49A1-BAF2-6E8E27FBEEF3}" srcOrd="0" destOrd="0" presId="urn:microsoft.com/office/officeart/2018/5/layout/IconCircleLabelList"/>
    <dgm:cxn modelId="{786DFABE-76D4-48AC-A72B-8F1C544C2121}" srcId="{8CA69787-9223-4FF6-AF09-CE733102F89F}" destId="{34F4162F-FCEA-4DF0-AFDB-A2A5B9704FD7}" srcOrd="7" destOrd="0" parTransId="{B23D5885-DB4C-45AC-A136-71738C264A13}" sibTransId="{7EF0DFB6-845F-4EF3-9077-EFEF1D16FB36}"/>
    <dgm:cxn modelId="{9BDDCCC5-9A4F-49B5-BB3D-04B81AC0F8CE}" type="presOf" srcId="{FBC6ADE1-B6F5-41B6-A1B6-F6712F753BAA}" destId="{F23B62CA-0E61-4979-8530-2B9CD60F51E0}" srcOrd="0" destOrd="0" presId="urn:microsoft.com/office/officeart/2018/5/layout/IconCircleLabelList"/>
    <dgm:cxn modelId="{7CE017DA-9BA1-4D7E-9BB2-635DF745A4FF}" srcId="{8CA69787-9223-4FF6-AF09-CE733102F89F}" destId="{1ED29D04-1B61-4D4B-8306-C034970574CF}" srcOrd="1" destOrd="0" parTransId="{19FEDC2A-E9D9-4B4C-8474-4E026E690ACC}" sibTransId="{3BC951BF-F417-4A9A-A7F1-B03F26906AAB}"/>
    <dgm:cxn modelId="{61B870DC-D181-448A-8651-35719FEE30CC}" type="presOf" srcId="{8CA69787-9223-4FF6-AF09-CE733102F89F}" destId="{D81DBF90-9E42-417A-A68E-6F7BD382CD78}" srcOrd="0" destOrd="0" presId="urn:microsoft.com/office/officeart/2018/5/layout/IconCircleLabelList"/>
    <dgm:cxn modelId="{1F3DAFDE-43C1-40B9-9307-B4A09211C98F}" type="presOf" srcId="{BA413EB7-0613-41D2-B437-1440FF1932CF}" destId="{C57D5D2A-B60C-4406-A945-FC48FD346BBC}" srcOrd="0" destOrd="0" presId="urn:microsoft.com/office/officeart/2018/5/layout/IconCircleLabelList"/>
    <dgm:cxn modelId="{8E41E9EF-BDB1-4869-A507-81A5DA04681E}" type="presOf" srcId="{D021B966-F8EE-444F-A862-541A7D3E1AC5}" destId="{6CAE9D73-5506-4F6D-90C5-174792FAC308}" srcOrd="0" destOrd="0" presId="urn:microsoft.com/office/officeart/2018/5/layout/IconCircleLabelList"/>
    <dgm:cxn modelId="{9143AAF4-DE50-40EA-B035-71FF9D4438FA}" type="presOf" srcId="{1ED29D04-1B61-4D4B-8306-C034970574CF}" destId="{B38EA564-C214-4DD2-AB21-DAFA085DFD57}" srcOrd="0" destOrd="0" presId="urn:microsoft.com/office/officeart/2018/5/layout/IconCircleLabelList"/>
    <dgm:cxn modelId="{A0FAC8F4-60D8-48E6-8328-2AFF8425A26A}" srcId="{8CA69787-9223-4FF6-AF09-CE733102F89F}" destId="{73EB8288-A683-461B-AE17-5A73962FC963}" srcOrd="6" destOrd="0" parTransId="{3CDF827B-622C-4BD0-8DDC-9F1800AB74E5}" sibTransId="{33220445-4C42-4770-8110-7EAF921D4834}"/>
    <dgm:cxn modelId="{4CF76CF7-DB99-470D-BC2D-04A39B36E75C}" srcId="{8CA69787-9223-4FF6-AF09-CE733102F89F}" destId="{D021B966-F8EE-444F-A862-541A7D3E1AC5}" srcOrd="5" destOrd="0" parTransId="{C6F12670-3C6F-41D5-B715-57EB9435B12A}" sibTransId="{8D98265D-EB64-4FA5-8822-40335F45584A}"/>
    <dgm:cxn modelId="{09CF93F9-E7BF-4C57-A2AD-1D083AC382FF}" type="presOf" srcId="{1161D1F0-74B3-4047-8F16-99144720C11A}" destId="{945E0BE5-0DF5-4AC5-864D-7D1D991844B7}" srcOrd="0" destOrd="0" presId="urn:microsoft.com/office/officeart/2018/5/layout/IconCircleLabelList"/>
    <dgm:cxn modelId="{A92FA6F9-90E9-45BC-A99F-3123190BFA08}" srcId="{8CA69787-9223-4FF6-AF09-CE733102F89F}" destId="{BA413EB7-0613-41D2-B437-1440FF1932CF}" srcOrd="2" destOrd="0" parTransId="{05A37602-3404-44D0-8A6D-48ECDFEEEA51}" sibTransId="{A97F80C6-25EA-4652-9C62-CE28A4A676F0}"/>
    <dgm:cxn modelId="{13CFAFFF-4140-4DC5-9080-267D0D6199BB}" type="presOf" srcId="{34F4162F-FCEA-4DF0-AFDB-A2A5B9704FD7}" destId="{C6C4E063-4678-4A93-8A7A-8B649524A019}" srcOrd="0" destOrd="0" presId="urn:microsoft.com/office/officeart/2018/5/layout/IconCircleLabelList"/>
    <dgm:cxn modelId="{58CB60DB-3DE9-4979-AC6F-7D41D406BC0F}" type="presParOf" srcId="{D81DBF90-9E42-417A-A68E-6F7BD382CD78}" destId="{DF113254-6EA5-4A70-A3E2-07B206EE8D30}" srcOrd="0" destOrd="0" presId="urn:microsoft.com/office/officeart/2018/5/layout/IconCircleLabelList"/>
    <dgm:cxn modelId="{5EBCE32A-57A6-4DF9-904E-93C12ECA26D3}" type="presParOf" srcId="{DF113254-6EA5-4A70-A3E2-07B206EE8D30}" destId="{3212AE71-CF55-4EB3-A597-23D1E0CCBC44}" srcOrd="0" destOrd="0" presId="urn:microsoft.com/office/officeart/2018/5/layout/IconCircleLabelList"/>
    <dgm:cxn modelId="{34B917DC-F609-4EEF-833C-C5000AC9C064}" type="presParOf" srcId="{DF113254-6EA5-4A70-A3E2-07B206EE8D30}" destId="{361268F4-AA4C-4FFA-911B-D393A822F154}" srcOrd="1" destOrd="0" presId="urn:microsoft.com/office/officeart/2018/5/layout/IconCircleLabelList"/>
    <dgm:cxn modelId="{A60C0713-AF91-4443-B86A-F85085EE18FF}" type="presParOf" srcId="{DF113254-6EA5-4A70-A3E2-07B206EE8D30}" destId="{35B62E40-7246-4595-836C-E4229EA981E3}" srcOrd="2" destOrd="0" presId="urn:microsoft.com/office/officeart/2018/5/layout/IconCircleLabelList"/>
    <dgm:cxn modelId="{982C8FCB-CABE-4493-A5B2-955F6D0389C8}" type="presParOf" srcId="{DF113254-6EA5-4A70-A3E2-07B206EE8D30}" destId="{945E0BE5-0DF5-4AC5-864D-7D1D991844B7}" srcOrd="3" destOrd="0" presId="urn:microsoft.com/office/officeart/2018/5/layout/IconCircleLabelList"/>
    <dgm:cxn modelId="{AE67DEA0-2FF3-4679-A4F0-2C549B1CFFF6}" type="presParOf" srcId="{D81DBF90-9E42-417A-A68E-6F7BD382CD78}" destId="{52D69E2A-BA53-4DF9-A727-91D0C62F5EE7}" srcOrd="1" destOrd="0" presId="urn:microsoft.com/office/officeart/2018/5/layout/IconCircleLabelList"/>
    <dgm:cxn modelId="{B5CC32DC-8417-4FE1-B2F4-3331584CAFAC}" type="presParOf" srcId="{D81DBF90-9E42-417A-A68E-6F7BD382CD78}" destId="{901E251F-2E24-4001-A48B-D93A5EA39B2E}" srcOrd="2" destOrd="0" presId="urn:microsoft.com/office/officeart/2018/5/layout/IconCircleLabelList"/>
    <dgm:cxn modelId="{B40CEFDD-EECA-4263-98FF-7721CFE26F2D}" type="presParOf" srcId="{901E251F-2E24-4001-A48B-D93A5EA39B2E}" destId="{927C52A6-A748-4E16-BD56-6D9783F3A408}" srcOrd="0" destOrd="0" presId="urn:microsoft.com/office/officeart/2018/5/layout/IconCircleLabelList"/>
    <dgm:cxn modelId="{7D2364DC-07F4-44AF-A78A-06A8E3EBE9E0}" type="presParOf" srcId="{901E251F-2E24-4001-A48B-D93A5EA39B2E}" destId="{F1354C04-3BBE-4A09-9CB5-37D8DDB565F5}" srcOrd="1" destOrd="0" presId="urn:microsoft.com/office/officeart/2018/5/layout/IconCircleLabelList"/>
    <dgm:cxn modelId="{C023FA5C-D2FE-4286-8F54-59E585C34C68}" type="presParOf" srcId="{901E251F-2E24-4001-A48B-D93A5EA39B2E}" destId="{3E88A9E2-6097-49B2-A399-F82C6595F290}" srcOrd="2" destOrd="0" presId="urn:microsoft.com/office/officeart/2018/5/layout/IconCircleLabelList"/>
    <dgm:cxn modelId="{7EA1925D-9B59-4BF9-B0BC-9E5909D7DD0B}" type="presParOf" srcId="{901E251F-2E24-4001-A48B-D93A5EA39B2E}" destId="{B38EA564-C214-4DD2-AB21-DAFA085DFD57}" srcOrd="3" destOrd="0" presId="urn:microsoft.com/office/officeart/2018/5/layout/IconCircleLabelList"/>
    <dgm:cxn modelId="{FC37E5D2-D99A-4585-AD1C-19892258BD6E}" type="presParOf" srcId="{D81DBF90-9E42-417A-A68E-6F7BD382CD78}" destId="{4883B251-220B-40AD-83FC-7EC006145E26}" srcOrd="3" destOrd="0" presId="urn:microsoft.com/office/officeart/2018/5/layout/IconCircleLabelList"/>
    <dgm:cxn modelId="{EEF4D093-2545-45FF-992B-C2CB66126404}" type="presParOf" srcId="{D81DBF90-9E42-417A-A68E-6F7BD382CD78}" destId="{EBC77F6A-7AC2-4684-9972-9C1572424DB4}" srcOrd="4" destOrd="0" presId="urn:microsoft.com/office/officeart/2018/5/layout/IconCircleLabelList"/>
    <dgm:cxn modelId="{F8A9C56F-0B16-473A-AEB3-5456BC439ECB}" type="presParOf" srcId="{EBC77F6A-7AC2-4684-9972-9C1572424DB4}" destId="{D85FA17C-D982-488C-A869-2305BBA96893}" srcOrd="0" destOrd="0" presId="urn:microsoft.com/office/officeart/2018/5/layout/IconCircleLabelList"/>
    <dgm:cxn modelId="{66C4E721-FF0A-4B6C-8CFD-2FECC5EA18A2}" type="presParOf" srcId="{EBC77F6A-7AC2-4684-9972-9C1572424DB4}" destId="{02BD0EB8-CF3B-4083-B625-0AF657BB7C73}" srcOrd="1" destOrd="0" presId="urn:microsoft.com/office/officeart/2018/5/layout/IconCircleLabelList"/>
    <dgm:cxn modelId="{0AB792EE-E4B5-4BB6-8686-1216A8C1783A}" type="presParOf" srcId="{EBC77F6A-7AC2-4684-9972-9C1572424DB4}" destId="{ACC9E5E3-37A3-4110-AC1C-7B2E90AA3156}" srcOrd="2" destOrd="0" presId="urn:microsoft.com/office/officeart/2018/5/layout/IconCircleLabelList"/>
    <dgm:cxn modelId="{E2D22E56-A7F3-4C9E-B675-87F96C3BB238}" type="presParOf" srcId="{EBC77F6A-7AC2-4684-9972-9C1572424DB4}" destId="{C57D5D2A-B60C-4406-A945-FC48FD346BBC}" srcOrd="3" destOrd="0" presId="urn:microsoft.com/office/officeart/2018/5/layout/IconCircleLabelList"/>
    <dgm:cxn modelId="{AF38C96D-0681-4A3B-8EFE-DD782158E789}" type="presParOf" srcId="{D81DBF90-9E42-417A-A68E-6F7BD382CD78}" destId="{F679CAE6-195E-41A4-9EDE-5E2FF3DDF669}" srcOrd="5" destOrd="0" presId="urn:microsoft.com/office/officeart/2018/5/layout/IconCircleLabelList"/>
    <dgm:cxn modelId="{396AB5A6-2D47-44BF-A112-9FBBA0045D04}" type="presParOf" srcId="{D81DBF90-9E42-417A-A68E-6F7BD382CD78}" destId="{6C9750E9-7AEC-47F3-ACF0-B1C1E677AEA5}" srcOrd="6" destOrd="0" presId="urn:microsoft.com/office/officeart/2018/5/layout/IconCircleLabelList"/>
    <dgm:cxn modelId="{D80010BC-86FF-41A8-AFBF-F9F2AA99B1AE}" type="presParOf" srcId="{6C9750E9-7AEC-47F3-ACF0-B1C1E677AEA5}" destId="{97594991-42E0-4BD8-AC90-3EA9D334E45C}" srcOrd="0" destOrd="0" presId="urn:microsoft.com/office/officeart/2018/5/layout/IconCircleLabelList"/>
    <dgm:cxn modelId="{7EFBC953-55F2-4CDA-8E3A-FBBF46E14813}" type="presParOf" srcId="{6C9750E9-7AEC-47F3-ACF0-B1C1E677AEA5}" destId="{E448F50B-C8C3-4547-ABDD-6D8D9817B533}" srcOrd="1" destOrd="0" presId="urn:microsoft.com/office/officeart/2018/5/layout/IconCircleLabelList"/>
    <dgm:cxn modelId="{2203BBA0-D506-4903-BD73-443C43D0B37A}" type="presParOf" srcId="{6C9750E9-7AEC-47F3-ACF0-B1C1E677AEA5}" destId="{C4EA5C11-4AEE-45EA-AD31-BE83F5ED89C3}" srcOrd="2" destOrd="0" presId="urn:microsoft.com/office/officeart/2018/5/layout/IconCircleLabelList"/>
    <dgm:cxn modelId="{35E19318-C177-4670-BE92-56C1A4191926}" type="presParOf" srcId="{6C9750E9-7AEC-47F3-ACF0-B1C1E677AEA5}" destId="{F23B62CA-0E61-4979-8530-2B9CD60F51E0}" srcOrd="3" destOrd="0" presId="urn:microsoft.com/office/officeart/2018/5/layout/IconCircleLabelList"/>
    <dgm:cxn modelId="{6032E81C-7965-43A1-B0D3-6F1EA91B70CE}" type="presParOf" srcId="{D81DBF90-9E42-417A-A68E-6F7BD382CD78}" destId="{A85251FE-DC04-433E-A2E9-797039ACFF05}" srcOrd="7" destOrd="0" presId="urn:microsoft.com/office/officeart/2018/5/layout/IconCircleLabelList"/>
    <dgm:cxn modelId="{3A55FB2B-F37B-44F9-A266-AD39026ED5A2}" type="presParOf" srcId="{D81DBF90-9E42-417A-A68E-6F7BD382CD78}" destId="{6911B195-5B2C-4B50-906F-16A3D7848273}" srcOrd="8" destOrd="0" presId="urn:microsoft.com/office/officeart/2018/5/layout/IconCircleLabelList"/>
    <dgm:cxn modelId="{8777860A-0BDF-43BC-AABA-46E9988BBB91}" type="presParOf" srcId="{6911B195-5B2C-4B50-906F-16A3D7848273}" destId="{27A92BE7-09BA-46D6-A8D0-8EF30A1FD3C0}" srcOrd="0" destOrd="0" presId="urn:microsoft.com/office/officeart/2018/5/layout/IconCircleLabelList"/>
    <dgm:cxn modelId="{C704FAAA-03AA-47EE-8B8A-C040E66CB4A1}" type="presParOf" srcId="{6911B195-5B2C-4B50-906F-16A3D7848273}" destId="{2D5D5719-FE1B-4DE5-8A28-642D143CCC38}" srcOrd="1" destOrd="0" presId="urn:microsoft.com/office/officeart/2018/5/layout/IconCircleLabelList"/>
    <dgm:cxn modelId="{BEFCC213-2EED-4178-8923-8CD5A89CE058}" type="presParOf" srcId="{6911B195-5B2C-4B50-906F-16A3D7848273}" destId="{AFFE17EF-6386-42B0-B245-A23CD5F77670}" srcOrd="2" destOrd="0" presId="urn:microsoft.com/office/officeart/2018/5/layout/IconCircleLabelList"/>
    <dgm:cxn modelId="{8F54D35D-F8F7-44D2-ABC6-544759F7403B}" type="presParOf" srcId="{6911B195-5B2C-4B50-906F-16A3D7848273}" destId="{F62A58D1-BEE6-4C65-A078-7F9CD68DDF12}" srcOrd="3" destOrd="0" presId="urn:microsoft.com/office/officeart/2018/5/layout/IconCircleLabelList"/>
    <dgm:cxn modelId="{53DC71C8-BF53-46C5-B2BC-F314858775B5}" type="presParOf" srcId="{D81DBF90-9E42-417A-A68E-6F7BD382CD78}" destId="{94734DCC-53D3-4E25-A44D-31AB77944B97}" srcOrd="9" destOrd="0" presId="urn:microsoft.com/office/officeart/2018/5/layout/IconCircleLabelList"/>
    <dgm:cxn modelId="{7812E8EB-19C5-40DE-8E16-5F35C9EA9D50}" type="presParOf" srcId="{D81DBF90-9E42-417A-A68E-6F7BD382CD78}" destId="{D2A7CD50-3B0C-42A0-8C43-C1AC7B9F4234}" srcOrd="10" destOrd="0" presId="urn:microsoft.com/office/officeart/2018/5/layout/IconCircleLabelList"/>
    <dgm:cxn modelId="{0D4BC72A-5E4F-4130-A2C8-64C7989D6FBE}" type="presParOf" srcId="{D2A7CD50-3B0C-42A0-8C43-C1AC7B9F4234}" destId="{227EB92D-742A-4122-BF0D-ED35E6B7E563}" srcOrd="0" destOrd="0" presId="urn:microsoft.com/office/officeart/2018/5/layout/IconCircleLabelList"/>
    <dgm:cxn modelId="{88BAD79E-C26D-4CAF-8198-188F1F47903F}" type="presParOf" srcId="{D2A7CD50-3B0C-42A0-8C43-C1AC7B9F4234}" destId="{D1C56A48-4A21-4089-BDA3-D67546FD653F}" srcOrd="1" destOrd="0" presId="urn:microsoft.com/office/officeart/2018/5/layout/IconCircleLabelList"/>
    <dgm:cxn modelId="{A26E0291-BFE7-4C7A-943F-DD686236E907}" type="presParOf" srcId="{D2A7CD50-3B0C-42A0-8C43-C1AC7B9F4234}" destId="{2D052238-DDF9-4568-8A4C-4C9FB6C46C99}" srcOrd="2" destOrd="0" presId="urn:microsoft.com/office/officeart/2018/5/layout/IconCircleLabelList"/>
    <dgm:cxn modelId="{5095D1F8-CF3F-4FE9-BE84-0EBCE7FBE0B3}" type="presParOf" srcId="{D2A7CD50-3B0C-42A0-8C43-C1AC7B9F4234}" destId="{6CAE9D73-5506-4F6D-90C5-174792FAC308}" srcOrd="3" destOrd="0" presId="urn:microsoft.com/office/officeart/2018/5/layout/IconCircleLabelList"/>
    <dgm:cxn modelId="{45AAF1BF-8533-4F7A-BA00-E32815266EFF}" type="presParOf" srcId="{D81DBF90-9E42-417A-A68E-6F7BD382CD78}" destId="{CDE813D5-7044-41AF-9022-949A7A3C9BEF}" srcOrd="11" destOrd="0" presId="urn:microsoft.com/office/officeart/2018/5/layout/IconCircleLabelList"/>
    <dgm:cxn modelId="{C48E9500-30EA-4146-9D3A-D4F698581E69}" type="presParOf" srcId="{D81DBF90-9E42-417A-A68E-6F7BD382CD78}" destId="{D5E71610-E0B4-4D85-8C49-39908858FBCB}" srcOrd="12" destOrd="0" presId="urn:microsoft.com/office/officeart/2018/5/layout/IconCircleLabelList"/>
    <dgm:cxn modelId="{74BD57EC-07E0-466D-B0FF-949EEB3C5420}" type="presParOf" srcId="{D5E71610-E0B4-4D85-8C49-39908858FBCB}" destId="{17309AF9-9FE8-4224-985E-0C8A451E85E7}" srcOrd="0" destOrd="0" presId="urn:microsoft.com/office/officeart/2018/5/layout/IconCircleLabelList"/>
    <dgm:cxn modelId="{B8500EC6-1330-4EAF-A7E0-DE56235874B8}" type="presParOf" srcId="{D5E71610-E0B4-4D85-8C49-39908858FBCB}" destId="{F821340A-06B1-4B79-BE7E-8CCA68F7047B}" srcOrd="1" destOrd="0" presId="urn:microsoft.com/office/officeart/2018/5/layout/IconCircleLabelList"/>
    <dgm:cxn modelId="{6AB1E75A-DC4B-4C6A-AF78-AE44BF041008}" type="presParOf" srcId="{D5E71610-E0B4-4D85-8C49-39908858FBCB}" destId="{8853F6CC-6AFA-464F-A035-76CC8E0A9CE7}" srcOrd="2" destOrd="0" presId="urn:microsoft.com/office/officeart/2018/5/layout/IconCircleLabelList"/>
    <dgm:cxn modelId="{007C2A48-7DC6-4ADC-BA52-2316C6B58804}" type="presParOf" srcId="{D5E71610-E0B4-4D85-8C49-39908858FBCB}" destId="{5966A3CF-4F43-49A1-BAF2-6E8E27FBEEF3}" srcOrd="3" destOrd="0" presId="urn:microsoft.com/office/officeart/2018/5/layout/IconCircleLabelList"/>
    <dgm:cxn modelId="{E7B9EFFD-5A3E-4B6A-B06C-253747E53B82}" type="presParOf" srcId="{D81DBF90-9E42-417A-A68E-6F7BD382CD78}" destId="{96C874FC-46B1-4D63-AD5C-D84B625E0B58}" srcOrd="13" destOrd="0" presId="urn:microsoft.com/office/officeart/2018/5/layout/IconCircleLabelList"/>
    <dgm:cxn modelId="{4566AF20-10A3-4D3F-A9DA-6F07C8114D50}" type="presParOf" srcId="{D81DBF90-9E42-417A-A68E-6F7BD382CD78}" destId="{1546EE80-A95F-4A14-A77E-732F1972C9B2}" srcOrd="14" destOrd="0" presId="urn:microsoft.com/office/officeart/2018/5/layout/IconCircleLabelList"/>
    <dgm:cxn modelId="{B6A854C7-1B96-4806-9296-CA7733B0E673}" type="presParOf" srcId="{1546EE80-A95F-4A14-A77E-732F1972C9B2}" destId="{D62880F3-A72F-479C-826A-773616906F82}" srcOrd="0" destOrd="0" presId="urn:microsoft.com/office/officeart/2018/5/layout/IconCircleLabelList"/>
    <dgm:cxn modelId="{067A5AA3-B9A2-4581-B84F-F45FCF4DD906}" type="presParOf" srcId="{1546EE80-A95F-4A14-A77E-732F1972C9B2}" destId="{5732758B-E470-49AA-BDEC-D7C5FBB1D779}" srcOrd="1" destOrd="0" presId="urn:microsoft.com/office/officeart/2018/5/layout/IconCircleLabelList"/>
    <dgm:cxn modelId="{31C157D1-43FD-4723-BFA2-6D672D8F5A51}" type="presParOf" srcId="{1546EE80-A95F-4A14-A77E-732F1972C9B2}" destId="{16D1EA40-CC85-4398-82E1-F5B7AF0E53B4}" srcOrd="2" destOrd="0" presId="urn:microsoft.com/office/officeart/2018/5/layout/IconCircleLabelList"/>
    <dgm:cxn modelId="{70FFF4BF-BC94-433C-B5B6-48D5E83C083E}" type="presParOf" srcId="{1546EE80-A95F-4A14-A77E-732F1972C9B2}" destId="{C6C4E063-4678-4A93-8A7A-8B649524A019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BFC7F9-5D2A-47F8-A56B-C396393AAA3E}">
      <dsp:nvSpPr>
        <dsp:cNvPr id="0" name=""/>
        <dsp:cNvSpPr/>
      </dsp:nvSpPr>
      <dsp:spPr>
        <a:xfrm>
          <a:off x="387040" y="1590201"/>
          <a:ext cx="630439" cy="63043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7C912E-988B-403C-B904-659D2D140D29}">
      <dsp:nvSpPr>
        <dsp:cNvPr id="0" name=""/>
        <dsp:cNvSpPr/>
      </dsp:nvSpPr>
      <dsp:spPr>
        <a:xfrm>
          <a:off x="1771" y="2634908"/>
          <a:ext cx="1400976" cy="17161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📈 Reduced processing time and rework through workflow standardization and clearer SOPs</a:t>
          </a:r>
          <a:endParaRPr lang="en-US" sz="2000" kern="1200" dirty="0"/>
        </a:p>
      </dsp:txBody>
      <dsp:txXfrm>
        <a:off x="1771" y="2634908"/>
        <a:ext cx="1400976" cy="1716196"/>
      </dsp:txXfrm>
    </dsp:sp>
    <dsp:sp modelId="{2202B0DB-01C5-4B6E-B3B5-71454FC1464A}">
      <dsp:nvSpPr>
        <dsp:cNvPr id="0" name=""/>
        <dsp:cNvSpPr/>
      </dsp:nvSpPr>
      <dsp:spPr>
        <a:xfrm>
          <a:off x="2033187" y="1590201"/>
          <a:ext cx="630439" cy="63043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D613B3-8471-4CF7-A844-5B70BAE163BE}">
      <dsp:nvSpPr>
        <dsp:cNvPr id="0" name=""/>
        <dsp:cNvSpPr/>
      </dsp:nvSpPr>
      <dsp:spPr>
        <a:xfrm>
          <a:off x="1647919" y="2634908"/>
          <a:ext cx="1400976" cy="17161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💰 $750K Annual Budget Stewardship</a:t>
          </a:r>
          <a:endParaRPr lang="en-US" sz="2000" kern="1200"/>
        </a:p>
      </dsp:txBody>
      <dsp:txXfrm>
        <a:off x="1647919" y="2634908"/>
        <a:ext cx="1400976" cy="1716196"/>
      </dsp:txXfrm>
    </dsp:sp>
    <dsp:sp modelId="{5FDE96DB-91EA-463C-96E1-73639D407522}">
      <dsp:nvSpPr>
        <dsp:cNvPr id="0" name=""/>
        <dsp:cNvSpPr/>
      </dsp:nvSpPr>
      <dsp:spPr>
        <a:xfrm>
          <a:off x="3679335" y="1590201"/>
          <a:ext cx="630439" cy="63043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A48FA4-A45D-40F9-B5BD-44BC0BCEDF12}">
      <dsp:nvSpPr>
        <dsp:cNvPr id="0" name=""/>
        <dsp:cNvSpPr/>
      </dsp:nvSpPr>
      <dsp:spPr>
        <a:xfrm>
          <a:off x="3294066" y="2634908"/>
          <a:ext cx="1400976" cy="17161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👥 14 Team Members Led</a:t>
          </a:r>
          <a:endParaRPr lang="en-US" sz="2000" kern="1200" dirty="0"/>
        </a:p>
      </dsp:txBody>
      <dsp:txXfrm>
        <a:off x="3294066" y="2634908"/>
        <a:ext cx="1400976" cy="1716196"/>
      </dsp:txXfrm>
    </dsp:sp>
    <dsp:sp modelId="{C75BAEEB-7A97-44E0-A6CD-FE3098CC7058}">
      <dsp:nvSpPr>
        <dsp:cNvPr id="0" name=""/>
        <dsp:cNvSpPr/>
      </dsp:nvSpPr>
      <dsp:spPr>
        <a:xfrm>
          <a:off x="5325482" y="1590201"/>
          <a:ext cx="630439" cy="63043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1C0CD5-31B9-45C8-8665-45F7E30368F3}">
      <dsp:nvSpPr>
        <dsp:cNvPr id="0" name=""/>
        <dsp:cNvSpPr/>
      </dsp:nvSpPr>
      <dsp:spPr>
        <a:xfrm>
          <a:off x="4940213" y="2634908"/>
          <a:ext cx="1400976" cy="17161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📊 Executive KPI &amp; Operational Reporting</a:t>
          </a:r>
          <a:endParaRPr lang="en-US" sz="2000" kern="1200"/>
        </a:p>
      </dsp:txBody>
      <dsp:txXfrm>
        <a:off x="4940213" y="2634908"/>
        <a:ext cx="1400976" cy="1716196"/>
      </dsp:txXfrm>
    </dsp:sp>
    <dsp:sp modelId="{AB5110EB-3DDA-4211-AC54-ED14820F249D}">
      <dsp:nvSpPr>
        <dsp:cNvPr id="0" name=""/>
        <dsp:cNvSpPr/>
      </dsp:nvSpPr>
      <dsp:spPr>
        <a:xfrm>
          <a:off x="6971630" y="1590201"/>
          <a:ext cx="630439" cy="63043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22ADBC-2A62-4B39-96F0-391B19EFC0BB}">
      <dsp:nvSpPr>
        <dsp:cNvPr id="0" name=""/>
        <dsp:cNvSpPr/>
      </dsp:nvSpPr>
      <dsp:spPr>
        <a:xfrm>
          <a:off x="6586361" y="2634908"/>
          <a:ext cx="1400976" cy="17161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🤝 Cross-functional leadership</a:t>
          </a:r>
          <a:endParaRPr lang="en-US" sz="2000" kern="1200"/>
        </a:p>
      </dsp:txBody>
      <dsp:txXfrm>
        <a:off x="6586361" y="2634908"/>
        <a:ext cx="1400976" cy="1716196"/>
      </dsp:txXfrm>
    </dsp:sp>
    <dsp:sp modelId="{5563ED51-C43E-44EB-8B18-9ADE206B32B1}">
      <dsp:nvSpPr>
        <dsp:cNvPr id="0" name=""/>
        <dsp:cNvSpPr/>
      </dsp:nvSpPr>
      <dsp:spPr>
        <a:xfrm>
          <a:off x="8617777" y="1590201"/>
          <a:ext cx="630439" cy="63043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0A9630-BCEC-4C93-9EE7-69BA9601F917}">
      <dsp:nvSpPr>
        <dsp:cNvPr id="0" name=""/>
        <dsp:cNvSpPr/>
      </dsp:nvSpPr>
      <dsp:spPr>
        <a:xfrm>
          <a:off x="8232508" y="2634908"/>
          <a:ext cx="1400976" cy="17161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⚙️ Process improvements</a:t>
          </a:r>
          <a:endParaRPr lang="en-US" sz="2000" kern="1200"/>
        </a:p>
      </dsp:txBody>
      <dsp:txXfrm>
        <a:off x="8232508" y="2634908"/>
        <a:ext cx="1400976" cy="1716196"/>
      </dsp:txXfrm>
    </dsp:sp>
    <dsp:sp modelId="{4A0B5382-0763-4911-B137-073A6AF2494D}">
      <dsp:nvSpPr>
        <dsp:cNvPr id="0" name=""/>
        <dsp:cNvSpPr/>
      </dsp:nvSpPr>
      <dsp:spPr>
        <a:xfrm>
          <a:off x="10263924" y="1590201"/>
          <a:ext cx="630439" cy="63043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7D7A09-BC0B-4427-9D94-73194AC84DB2}">
      <dsp:nvSpPr>
        <dsp:cNvPr id="0" name=""/>
        <dsp:cNvSpPr/>
      </dsp:nvSpPr>
      <dsp:spPr>
        <a:xfrm>
          <a:off x="9878656" y="2634908"/>
          <a:ext cx="1400976" cy="17161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Supported several executive leaders at a time</a:t>
          </a:r>
          <a:endParaRPr lang="en-US" sz="2000" kern="1200"/>
        </a:p>
      </dsp:txBody>
      <dsp:txXfrm>
        <a:off x="9878656" y="2634908"/>
        <a:ext cx="1400976" cy="1716196"/>
      </dsp:txXfrm>
    </dsp:sp>
    <dsp:sp modelId="{F8D022EA-E378-4F5B-A0BD-57524C18504E}">
      <dsp:nvSpPr>
        <dsp:cNvPr id="0" name=""/>
        <dsp:cNvSpPr/>
      </dsp:nvSpPr>
      <dsp:spPr>
        <a:xfrm>
          <a:off x="11910072" y="1590201"/>
          <a:ext cx="630439" cy="63043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712083-669F-4A09-9429-5826BB1FC3A5}">
      <dsp:nvSpPr>
        <dsp:cNvPr id="0" name=""/>
        <dsp:cNvSpPr/>
      </dsp:nvSpPr>
      <dsp:spPr>
        <a:xfrm>
          <a:off x="11524803" y="2634908"/>
          <a:ext cx="1400976" cy="17161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to continue busy operations.</a:t>
          </a:r>
          <a:endParaRPr lang="en-US" sz="2000" kern="1200"/>
        </a:p>
      </dsp:txBody>
      <dsp:txXfrm>
        <a:off x="11524803" y="2634908"/>
        <a:ext cx="1400976" cy="171619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12AE71-CF55-4EB3-A597-23D1E0CCBC44}">
      <dsp:nvSpPr>
        <dsp:cNvPr id="0" name=""/>
        <dsp:cNvSpPr/>
      </dsp:nvSpPr>
      <dsp:spPr>
        <a:xfrm>
          <a:off x="349794" y="546091"/>
          <a:ext cx="1088349" cy="1088349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1268F4-AA4C-4FFA-911B-D393A822F154}">
      <dsp:nvSpPr>
        <dsp:cNvPr id="0" name=""/>
        <dsp:cNvSpPr/>
      </dsp:nvSpPr>
      <dsp:spPr>
        <a:xfrm>
          <a:off x="581738" y="778035"/>
          <a:ext cx="624462" cy="6244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5E0BE5-0DF5-4AC5-864D-7D1D991844B7}">
      <dsp:nvSpPr>
        <dsp:cNvPr id="0" name=""/>
        <dsp:cNvSpPr/>
      </dsp:nvSpPr>
      <dsp:spPr>
        <a:xfrm>
          <a:off x="1879" y="1973435"/>
          <a:ext cx="1784179" cy="7136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b="1" kern="1200"/>
            <a:t>Complex calendar management</a:t>
          </a:r>
          <a:endParaRPr lang="en-US" sz="1500" kern="1200"/>
        </a:p>
      </dsp:txBody>
      <dsp:txXfrm>
        <a:off x="1879" y="1973435"/>
        <a:ext cx="1784179" cy="713671"/>
      </dsp:txXfrm>
    </dsp:sp>
    <dsp:sp modelId="{927C52A6-A748-4E16-BD56-6D9783F3A408}">
      <dsp:nvSpPr>
        <dsp:cNvPr id="0" name=""/>
        <dsp:cNvSpPr/>
      </dsp:nvSpPr>
      <dsp:spPr>
        <a:xfrm>
          <a:off x="2446206" y="546091"/>
          <a:ext cx="1088349" cy="1088349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1354C04-3BBE-4A09-9CB5-37D8DDB565F5}">
      <dsp:nvSpPr>
        <dsp:cNvPr id="0" name=""/>
        <dsp:cNvSpPr/>
      </dsp:nvSpPr>
      <dsp:spPr>
        <a:xfrm>
          <a:off x="2678149" y="778035"/>
          <a:ext cx="624462" cy="6244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8EA564-C214-4DD2-AB21-DAFA085DFD57}">
      <dsp:nvSpPr>
        <dsp:cNvPr id="0" name=""/>
        <dsp:cNvSpPr/>
      </dsp:nvSpPr>
      <dsp:spPr>
        <a:xfrm>
          <a:off x="2098291" y="1973435"/>
          <a:ext cx="1784179" cy="7136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b="1" kern="1200"/>
            <a:t>High-profile meeting coordination</a:t>
          </a:r>
          <a:endParaRPr lang="en-US" sz="1500" kern="1200"/>
        </a:p>
      </dsp:txBody>
      <dsp:txXfrm>
        <a:off x="2098291" y="1973435"/>
        <a:ext cx="1784179" cy="713671"/>
      </dsp:txXfrm>
    </dsp:sp>
    <dsp:sp modelId="{D85FA17C-D982-488C-A869-2305BBA96893}">
      <dsp:nvSpPr>
        <dsp:cNvPr id="0" name=""/>
        <dsp:cNvSpPr/>
      </dsp:nvSpPr>
      <dsp:spPr>
        <a:xfrm>
          <a:off x="4542617" y="546091"/>
          <a:ext cx="1088349" cy="1088349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2BD0EB8-CF3B-4083-B625-0AF657BB7C73}">
      <dsp:nvSpPr>
        <dsp:cNvPr id="0" name=""/>
        <dsp:cNvSpPr/>
      </dsp:nvSpPr>
      <dsp:spPr>
        <a:xfrm>
          <a:off x="4774560" y="778035"/>
          <a:ext cx="624462" cy="6244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7D5D2A-B60C-4406-A945-FC48FD346BBC}">
      <dsp:nvSpPr>
        <dsp:cNvPr id="0" name=""/>
        <dsp:cNvSpPr/>
      </dsp:nvSpPr>
      <dsp:spPr>
        <a:xfrm>
          <a:off x="4194702" y="1973435"/>
          <a:ext cx="1784179" cy="7136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b="1" kern="1200"/>
            <a:t>Confidential correspondence</a:t>
          </a:r>
          <a:endParaRPr lang="en-US" sz="1500" kern="1200"/>
        </a:p>
      </dsp:txBody>
      <dsp:txXfrm>
        <a:off x="4194702" y="1973435"/>
        <a:ext cx="1784179" cy="713671"/>
      </dsp:txXfrm>
    </dsp:sp>
    <dsp:sp modelId="{97594991-42E0-4BD8-AC90-3EA9D334E45C}">
      <dsp:nvSpPr>
        <dsp:cNvPr id="0" name=""/>
        <dsp:cNvSpPr/>
      </dsp:nvSpPr>
      <dsp:spPr>
        <a:xfrm>
          <a:off x="6639028" y="546091"/>
          <a:ext cx="1088349" cy="1088349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48F50B-C8C3-4547-ABDD-6D8D9817B533}">
      <dsp:nvSpPr>
        <dsp:cNvPr id="0" name=""/>
        <dsp:cNvSpPr/>
      </dsp:nvSpPr>
      <dsp:spPr>
        <a:xfrm>
          <a:off x="6870971" y="778035"/>
          <a:ext cx="624462" cy="6244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3B62CA-0E61-4979-8530-2B9CD60F51E0}">
      <dsp:nvSpPr>
        <dsp:cNvPr id="0" name=""/>
        <dsp:cNvSpPr/>
      </dsp:nvSpPr>
      <dsp:spPr>
        <a:xfrm>
          <a:off x="6291113" y="1973435"/>
          <a:ext cx="1784179" cy="7136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b="1" kern="1200"/>
            <a:t>Executive travel</a:t>
          </a:r>
          <a:endParaRPr lang="en-US" sz="1500" kern="1200"/>
        </a:p>
      </dsp:txBody>
      <dsp:txXfrm>
        <a:off x="6291113" y="1973435"/>
        <a:ext cx="1784179" cy="713671"/>
      </dsp:txXfrm>
    </dsp:sp>
    <dsp:sp modelId="{27A92BE7-09BA-46D6-A8D0-8EF30A1FD3C0}">
      <dsp:nvSpPr>
        <dsp:cNvPr id="0" name=""/>
        <dsp:cNvSpPr/>
      </dsp:nvSpPr>
      <dsp:spPr>
        <a:xfrm>
          <a:off x="349794" y="3133152"/>
          <a:ext cx="1088349" cy="1088349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D5D5719-FE1B-4DE5-8A28-642D143CCC38}">
      <dsp:nvSpPr>
        <dsp:cNvPr id="0" name=""/>
        <dsp:cNvSpPr/>
      </dsp:nvSpPr>
      <dsp:spPr>
        <a:xfrm>
          <a:off x="581738" y="3365095"/>
          <a:ext cx="624462" cy="6244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2A58D1-BEE6-4C65-A078-7F9CD68DDF12}">
      <dsp:nvSpPr>
        <dsp:cNvPr id="0" name=""/>
        <dsp:cNvSpPr/>
      </dsp:nvSpPr>
      <dsp:spPr>
        <a:xfrm>
          <a:off x="1879" y="4560496"/>
          <a:ext cx="1784179" cy="7136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b="1" kern="1200"/>
            <a:t>Board materials</a:t>
          </a:r>
          <a:endParaRPr lang="en-US" sz="1500" kern="1200"/>
        </a:p>
      </dsp:txBody>
      <dsp:txXfrm>
        <a:off x="1879" y="4560496"/>
        <a:ext cx="1784179" cy="713671"/>
      </dsp:txXfrm>
    </dsp:sp>
    <dsp:sp modelId="{227EB92D-742A-4122-BF0D-ED35E6B7E563}">
      <dsp:nvSpPr>
        <dsp:cNvPr id="0" name=""/>
        <dsp:cNvSpPr/>
      </dsp:nvSpPr>
      <dsp:spPr>
        <a:xfrm>
          <a:off x="2446206" y="3133152"/>
          <a:ext cx="1088349" cy="1088349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1C56A48-4A21-4089-BDA3-D67546FD653F}">
      <dsp:nvSpPr>
        <dsp:cNvPr id="0" name=""/>
        <dsp:cNvSpPr/>
      </dsp:nvSpPr>
      <dsp:spPr>
        <a:xfrm>
          <a:off x="2678149" y="3365095"/>
          <a:ext cx="624462" cy="6244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AE9D73-5506-4F6D-90C5-174792FAC308}">
      <dsp:nvSpPr>
        <dsp:cNvPr id="0" name=""/>
        <dsp:cNvSpPr/>
      </dsp:nvSpPr>
      <dsp:spPr>
        <a:xfrm>
          <a:off x="2098291" y="4560496"/>
          <a:ext cx="1784179" cy="7136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b="1" kern="1200"/>
            <a:t>Event planning</a:t>
          </a:r>
          <a:endParaRPr lang="en-US" sz="1500" kern="1200"/>
        </a:p>
      </dsp:txBody>
      <dsp:txXfrm>
        <a:off x="2098291" y="4560496"/>
        <a:ext cx="1784179" cy="713671"/>
      </dsp:txXfrm>
    </dsp:sp>
    <dsp:sp modelId="{17309AF9-9FE8-4224-985E-0C8A451E85E7}">
      <dsp:nvSpPr>
        <dsp:cNvPr id="0" name=""/>
        <dsp:cNvSpPr/>
      </dsp:nvSpPr>
      <dsp:spPr>
        <a:xfrm>
          <a:off x="4542617" y="3133152"/>
          <a:ext cx="1088349" cy="1088349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821340A-06B1-4B79-BE7E-8CCA68F7047B}">
      <dsp:nvSpPr>
        <dsp:cNvPr id="0" name=""/>
        <dsp:cNvSpPr/>
      </dsp:nvSpPr>
      <dsp:spPr>
        <a:xfrm>
          <a:off x="4774560" y="3365095"/>
          <a:ext cx="624462" cy="6244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66A3CF-4F43-49A1-BAF2-6E8E27FBEEF3}">
      <dsp:nvSpPr>
        <dsp:cNvPr id="0" name=""/>
        <dsp:cNvSpPr/>
      </dsp:nvSpPr>
      <dsp:spPr>
        <a:xfrm>
          <a:off x="4194702" y="4560496"/>
          <a:ext cx="1784179" cy="7136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b="1" kern="1200"/>
            <a:t>Priority management</a:t>
          </a:r>
          <a:endParaRPr lang="en-US" sz="1500" kern="1200"/>
        </a:p>
      </dsp:txBody>
      <dsp:txXfrm>
        <a:off x="4194702" y="4560496"/>
        <a:ext cx="1784179" cy="713671"/>
      </dsp:txXfrm>
    </dsp:sp>
    <dsp:sp modelId="{D62880F3-A72F-479C-826A-773616906F82}">
      <dsp:nvSpPr>
        <dsp:cNvPr id="0" name=""/>
        <dsp:cNvSpPr/>
      </dsp:nvSpPr>
      <dsp:spPr>
        <a:xfrm>
          <a:off x="6639028" y="3133152"/>
          <a:ext cx="1088349" cy="1088349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32758B-E470-49AA-BDEC-D7C5FBB1D779}">
      <dsp:nvSpPr>
        <dsp:cNvPr id="0" name=""/>
        <dsp:cNvSpPr/>
      </dsp:nvSpPr>
      <dsp:spPr>
        <a:xfrm>
          <a:off x="6870971" y="3365095"/>
          <a:ext cx="624462" cy="6244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C4E063-4678-4A93-8A7A-8B649524A019}">
      <dsp:nvSpPr>
        <dsp:cNvPr id="0" name=""/>
        <dsp:cNvSpPr/>
      </dsp:nvSpPr>
      <dsp:spPr>
        <a:xfrm>
          <a:off x="6291113" y="4560496"/>
          <a:ext cx="1784179" cy="7136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b="1" kern="1200"/>
            <a:t>Anticipating leadership needs</a:t>
          </a:r>
          <a:endParaRPr lang="en-US" sz="1500" kern="1200"/>
        </a:p>
      </dsp:txBody>
      <dsp:txXfrm>
        <a:off x="6291113" y="4560496"/>
        <a:ext cx="1784179" cy="71367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9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1315039" y="1112086"/>
            <a:ext cx="5183732" cy="242430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b="1" kern="1200" dirty="0">
                <a:solidFill>
                  <a:schemeClr val="accent5">
                    <a:lumMod val="75000"/>
                  </a:schemeClr>
                </a:solidFill>
                <a:latin typeface="+mj-lt"/>
                <a:ea typeface="+mj-ea"/>
                <a:cs typeface="+mj-cs"/>
                <a:sym typeface="Canva Sans Bold"/>
              </a:rPr>
              <a:t>Ericka Parker, MBA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315039" y="3800214"/>
            <a:ext cx="5183732" cy="517174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3000" b="1" dirty="0">
                <a:solidFill>
                  <a:schemeClr val="accent5">
                    <a:lumMod val="75000"/>
                  </a:schemeClr>
                </a:solidFill>
              </a:rPr>
              <a:t>EXECUTIVE INTEGRATOR | OPERATIONAL LEADER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3000" b="1" dirty="0">
              <a:solidFill>
                <a:schemeClr val="accent5">
                  <a:lumMod val="75000"/>
                </a:schemeClr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000" b="1" dirty="0">
                <a:solidFill>
                  <a:schemeClr val="accent5">
                    <a:lumMod val="75000"/>
                  </a:schemeClr>
                </a:solidFill>
              </a:rPr>
              <a:t>Strategic Executive Support | Program &amp; Business Operations | Process Improvement | People &amp; Systems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3000" b="1" spc="178" dirty="0">
              <a:sym typeface="Canva Sans Bold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258F736-B256-8039-9DC6-F4E49A5C5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8102957" y="0"/>
            <a:ext cx="185043" cy="10287000"/>
            <a:chOff x="12068638" y="0"/>
            <a:chExt cx="123362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0B4520A-996E-330C-99DA-69CA4D89E9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C8FA945-E356-695F-18D6-CAD4EF34FE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" name="Group 2"/>
          <p:cNvGrpSpPr/>
          <p:nvPr/>
        </p:nvGrpSpPr>
        <p:grpSpPr>
          <a:xfrm>
            <a:off x="9462834" y="1112086"/>
            <a:ext cx="5621357" cy="8076792"/>
            <a:chOff x="0" y="0"/>
            <a:chExt cx="7955153" cy="11430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955153" cy="11430000"/>
            </a:xfrm>
            <a:custGeom>
              <a:avLst/>
              <a:gdLst/>
              <a:ahLst/>
              <a:cxnLst/>
              <a:rect l="l" t="t" r="r" b="b"/>
              <a:pathLst>
                <a:path w="7955153" h="11430000">
                  <a:moveTo>
                    <a:pt x="0" y="0"/>
                  </a:moveTo>
                  <a:lnTo>
                    <a:pt x="7955153" y="0"/>
                  </a:lnTo>
                  <a:lnTo>
                    <a:pt x="7955153" y="11430000"/>
                  </a:lnTo>
                  <a:lnTo>
                    <a:pt x="0" y="11430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8485" r="-3848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972675" y="2587381"/>
            <a:ext cx="7286625" cy="6286500"/>
            <a:chOff x="0" y="0"/>
            <a:chExt cx="9715500" cy="8382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715500" cy="8382000"/>
            </a:xfrm>
            <a:custGeom>
              <a:avLst/>
              <a:gdLst/>
              <a:ahLst/>
              <a:cxnLst/>
              <a:rect l="l" t="t" r="r" b="b"/>
              <a:pathLst>
                <a:path w="9715500" h="8382000">
                  <a:moveTo>
                    <a:pt x="0" y="0"/>
                  </a:moveTo>
                  <a:lnTo>
                    <a:pt x="9715500" y="0"/>
                  </a:lnTo>
                  <a:lnTo>
                    <a:pt x="9715500" y="8382000"/>
                  </a:lnTo>
                  <a:lnTo>
                    <a:pt x="0" y="838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4374" r="-2437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088707" y="705758"/>
            <a:ext cx="2160270" cy="282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575" b="1" spc="180">
                <a:solidFill>
                  <a:srgbClr val="0891B2"/>
                </a:solidFill>
                <a:latin typeface="Inter Bold"/>
                <a:ea typeface="Inter Bold"/>
                <a:cs typeface="Inter Bold"/>
                <a:sym typeface="Inter Bold"/>
              </a:rPr>
              <a:t>WHO I AM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88707" y="1167721"/>
            <a:ext cx="4199483" cy="609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4050" b="1">
                <a:solidFill>
                  <a:srgbClr val="1C1917"/>
                </a:solidFill>
                <a:latin typeface="Inter Bold"/>
                <a:ea typeface="Inter Bold"/>
                <a:cs typeface="Inter Bold"/>
                <a:sym typeface="Inter Bold"/>
              </a:rPr>
              <a:t>Executive Profile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85825" y="2877337"/>
            <a:ext cx="8258175" cy="2586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5"/>
              </a:lnSpc>
              <a:spcBef>
                <a:spcPct val="0"/>
              </a:spcBef>
            </a:pPr>
            <a:r>
              <a:rPr lang="en-US" sz="2400" dirty="0"/>
              <a:t>Operational leader and executive partner with 10+ years of experience connecting people, processes, systems, and leadership priorities. Experienced in program and business operations, executive support, process improvement, team leadership, financial stewardship, and cross-functional coordination within complex, highly regulated environments.</a:t>
            </a:r>
            <a:endParaRPr lang="en-US" sz="2250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2286" y="0"/>
            <a:ext cx="18283428" cy="10287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83FBFC2-0F2E-FA25-0DC5-B9E093E9CC6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334"/>
          <a:stretch>
            <a:fillRect/>
          </a:stretch>
        </p:blipFill>
        <p:spPr>
          <a:xfrm>
            <a:off x="20" y="1923"/>
            <a:ext cx="18287980" cy="1028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3633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383556" y="497160"/>
            <a:ext cx="3848100" cy="2342789"/>
          </a:xfrm>
          <a:custGeom>
            <a:avLst/>
            <a:gdLst/>
            <a:ahLst/>
            <a:cxnLst/>
            <a:rect l="l" t="t" r="r" b="b"/>
            <a:pathLst>
              <a:path w="5001268" h="3325843">
                <a:moveTo>
                  <a:pt x="0" y="0"/>
                </a:moveTo>
                <a:lnTo>
                  <a:pt x="5001268" y="0"/>
                </a:lnTo>
                <a:lnTo>
                  <a:pt x="5001268" y="3325844"/>
                </a:lnTo>
                <a:lnTo>
                  <a:pt x="0" y="33258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056344" y="705758"/>
            <a:ext cx="3120390" cy="282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575" b="1" spc="180">
                <a:solidFill>
                  <a:srgbClr val="0891B2"/>
                </a:solidFill>
                <a:latin typeface="Inter Bold"/>
                <a:ea typeface="Inter Bold"/>
                <a:cs typeface="Inter Bold"/>
                <a:sym typeface="Inter Bold"/>
              </a:rPr>
              <a:t>MY EXPERIENCE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87203" y="1175160"/>
            <a:ext cx="4912591" cy="493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799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Why I Am an Excellent Fit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99135" y="3493870"/>
            <a:ext cx="4634807" cy="38748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5"/>
              </a:lnSpc>
              <a:spcBef>
                <a:spcPct val="0"/>
              </a:spcBef>
            </a:pPr>
            <a:r>
              <a:rPr lang="en-US" sz="2250" b="1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Executive Partnership</a:t>
            </a:r>
          </a:p>
          <a:p>
            <a:pPr algn="ctr">
              <a:lnSpc>
                <a:spcPts val="3375"/>
              </a:lnSpc>
              <a:spcBef>
                <a:spcPct val="0"/>
              </a:spcBef>
            </a:pPr>
            <a:endParaRPr lang="en-US" sz="2250" b="1" dirty="0">
              <a:solidFill>
                <a:srgbClr val="000000"/>
              </a:solidFill>
              <a:latin typeface="Inter Bold"/>
              <a:ea typeface="Inter Bold"/>
              <a:cs typeface="Inter Bold"/>
              <a:sym typeface="Inter Bold"/>
            </a:endParaRPr>
          </a:p>
          <a:p>
            <a:pPr algn="ctr">
              <a:lnSpc>
                <a:spcPts val="3375"/>
              </a:lnSpc>
              <a:spcBef>
                <a:spcPct val="0"/>
              </a:spcBef>
            </a:pPr>
            <a:r>
              <a:rPr lang="en-US" sz="2400" dirty="0"/>
              <a:t>Calendar Management</a:t>
            </a:r>
            <a:br>
              <a:rPr lang="en-US" sz="2400" dirty="0"/>
            </a:br>
            <a:r>
              <a:rPr lang="en-US" sz="2400" dirty="0"/>
              <a:t>Executive Communications</a:t>
            </a:r>
            <a:br>
              <a:rPr lang="en-US" sz="2400" dirty="0"/>
            </a:br>
            <a:r>
              <a:rPr lang="en-US" sz="2400" dirty="0"/>
              <a:t>Board Support</a:t>
            </a:r>
            <a:br>
              <a:rPr lang="en-US" sz="2400" dirty="0"/>
            </a:br>
            <a:r>
              <a:rPr lang="en-US" sz="2400" dirty="0"/>
              <a:t>Confidential Information</a:t>
            </a:r>
            <a:br>
              <a:rPr lang="en-US" sz="2400" dirty="0"/>
            </a:br>
            <a:r>
              <a:rPr lang="en-US" sz="2400" dirty="0"/>
              <a:t>Travel Coordination</a:t>
            </a:r>
            <a:br>
              <a:rPr lang="en-US" sz="2400" dirty="0"/>
            </a:br>
            <a:r>
              <a:rPr lang="en-US" sz="2400" dirty="0"/>
              <a:t>Priority Management</a:t>
            </a:r>
            <a:br>
              <a:rPr lang="en-US" sz="2400" dirty="0"/>
            </a:br>
            <a:r>
              <a:rPr lang="en-US" sz="2400" dirty="0"/>
              <a:t>Leadership Coordination</a:t>
            </a:r>
            <a:endParaRPr lang="en-US" sz="2250" b="1" dirty="0">
              <a:solidFill>
                <a:srgbClr val="000000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6141515" y="3493870"/>
            <a:ext cx="4634807" cy="6074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5"/>
              </a:lnSpc>
              <a:spcBef>
                <a:spcPct val="0"/>
              </a:spcBef>
            </a:pPr>
            <a:r>
              <a:rPr lang="en-US" sz="2250" b="1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Business &amp; Program Operations</a:t>
            </a:r>
          </a:p>
          <a:p>
            <a:pPr algn="ctr">
              <a:lnSpc>
                <a:spcPts val="3375"/>
              </a:lnSpc>
              <a:spcBef>
                <a:spcPct val="0"/>
              </a:spcBef>
            </a:pPr>
            <a:endParaRPr lang="en-US" sz="2250" b="1" dirty="0">
              <a:solidFill>
                <a:srgbClr val="000000"/>
              </a:solidFill>
              <a:latin typeface="Inter Bold"/>
              <a:ea typeface="Inter Bold"/>
              <a:cs typeface="Inter Bold"/>
              <a:sym typeface="Inter Bold"/>
            </a:endParaRPr>
          </a:p>
          <a:p>
            <a:pPr algn="ctr">
              <a:lnSpc>
                <a:spcPts val="3375"/>
              </a:lnSpc>
              <a:spcBef>
                <a:spcPct val="0"/>
              </a:spcBef>
            </a:pPr>
            <a:r>
              <a:rPr lang="en-US" sz="2400" dirty="0"/>
              <a:t>Budget Stewardship</a:t>
            </a:r>
            <a:br>
              <a:rPr lang="en-US" sz="2400" dirty="0"/>
            </a:br>
            <a:r>
              <a:rPr lang="en-US" sz="2400" dirty="0"/>
              <a:t>Process Improvement</a:t>
            </a:r>
            <a:br>
              <a:rPr lang="en-US" sz="2400" dirty="0"/>
            </a:br>
            <a:r>
              <a:rPr lang="en-US" sz="2400" dirty="0"/>
              <a:t>SOP Development</a:t>
            </a:r>
            <a:br>
              <a:rPr lang="en-US" sz="2400" dirty="0"/>
            </a:br>
            <a:r>
              <a:rPr lang="en-US" sz="2400" dirty="0"/>
              <a:t>Workload Planning</a:t>
            </a:r>
            <a:br>
              <a:rPr lang="en-US" sz="2400" dirty="0"/>
            </a:br>
            <a:r>
              <a:rPr lang="en-US" sz="2400" dirty="0"/>
              <a:t>Cross-Functional Coordination</a:t>
            </a:r>
            <a:br>
              <a:rPr lang="en-US" sz="2400" dirty="0"/>
            </a:br>
            <a:r>
              <a:rPr lang="en-US" sz="2400" dirty="0"/>
              <a:t>Compliance</a:t>
            </a:r>
            <a:br>
              <a:rPr lang="en-US" sz="2400" dirty="0"/>
            </a:br>
            <a:r>
              <a:rPr lang="en-US" sz="2400" dirty="0"/>
              <a:t>Project Execution</a:t>
            </a:r>
            <a:br>
              <a:rPr lang="en-US" sz="2400" dirty="0"/>
            </a:br>
            <a:r>
              <a:rPr lang="en-US" sz="2400" dirty="0"/>
              <a:t>Onboarding</a:t>
            </a:r>
            <a:br>
              <a:rPr lang="en-US" sz="2400" dirty="0"/>
            </a:br>
            <a:r>
              <a:rPr lang="en-US" sz="2400" dirty="0"/>
              <a:t>Event Coordination</a:t>
            </a:r>
            <a:br>
              <a:rPr lang="en-US" sz="2400"/>
            </a:br>
            <a:r>
              <a:rPr lang="en-US" sz="2400"/>
              <a:t>Billing Validation</a:t>
            </a:r>
            <a:br>
              <a:rPr lang="en-US" sz="2400"/>
            </a:br>
            <a:r>
              <a:rPr lang="en-US" sz="2400"/>
              <a:t>Revenue Capture</a:t>
            </a:r>
            <a:br>
              <a:rPr lang="en-US" sz="2400"/>
            </a:br>
            <a:r>
              <a:rPr lang="en-US" sz="2400"/>
              <a:t>Commercial Awareness</a:t>
            </a:r>
            <a:endParaRPr lang="en-US" sz="2250" b="1" dirty="0">
              <a:solidFill>
                <a:srgbClr val="000000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1965138" y="3493870"/>
            <a:ext cx="5338708" cy="5182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5"/>
              </a:lnSpc>
              <a:spcBef>
                <a:spcPct val="0"/>
              </a:spcBef>
            </a:pPr>
            <a:r>
              <a:rPr lang="en-US" sz="2250" b="1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Systems &amp; Technology</a:t>
            </a:r>
          </a:p>
          <a:p>
            <a:pPr algn="ctr">
              <a:lnSpc>
                <a:spcPts val="3375"/>
              </a:lnSpc>
              <a:spcBef>
                <a:spcPct val="0"/>
              </a:spcBef>
            </a:pPr>
            <a:endParaRPr lang="en-US" sz="2250" b="1" dirty="0">
              <a:solidFill>
                <a:srgbClr val="000000"/>
              </a:solidFill>
              <a:latin typeface="Inter Bold"/>
              <a:ea typeface="Inter Bold"/>
              <a:cs typeface="Inter Bold"/>
              <a:sym typeface="Inter Bold"/>
            </a:endParaRPr>
          </a:p>
          <a:p>
            <a:pPr algn="ctr">
              <a:lnSpc>
                <a:spcPts val="3375"/>
              </a:lnSpc>
              <a:spcBef>
                <a:spcPct val="0"/>
              </a:spcBef>
            </a:pPr>
            <a:r>
              <a:rPr lang="en-US" sz="2250" b="1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  <a:r>
              <a:rPr lang="en-US" sz="2400" dirty="0"/>
              <a:t>Microsoft 365</a:t>
            </a:r>
            <a:br>
              <a:rPr lang="en-US" sz="2400" dirty="0"/>
            </a:br>
            <a:r>
              <a:rPr lang="en-US" sz="2400" dirty="0"/>
              <a:t>Excel</a:t>
            </a:r>
            <a:br>
              <a:rPr lang="en-US" sz="2400" dirty="0"/>
            </a:br>
            <a:r>
              <a:rPr lang="en-US" sz="2400" dirty="0"/>
              <a:t>Power BI</a:t>
            </a:r>
            <a:br>
              <a:rPr lang="en-US" sz="2400" dirty="0"/>
            </a:br>
            <a:r>
              <a:rPr lang="en-US" sz="2400" dirty="0"/>
              <a:t>Teams / SharePoint</a:t>
            </a:r>
            <a:br>
              <a:rPr lang="en-US" sz="2400" dirty="0"/>
            </a:br>
            <a:r>
              <a:rPr lang="en-US" sz="2400" dirty="0"/>
              <a:t>Workday</a:t>
            </a:r>
            <a:br>
              <a:rPr lang="en-US" sz="2400" dirty="0"/>
            </a:br>
            <a:r>
              <a:rPr lang="en-US" sz="2400" dirty="0"/>
              <a:t>SAP</a:t>
            </a:r>
            <a:br>
              <a:rPr lang="en-US" sz="2400" dirty="0"/>
            </a:br>
            <a:r>
              <a:rPr lang="en-US" sz="2400" dirty="0"/>
              <a:t>Oracle / PeopleSoft</a:t>
            </a:r>
            <a:br>
              <a:rPr lang="en-US" sz="2400" dirty="0"/>
            </a:br>
            <a:r>
              <a:rPr lang="en-US" sz="2400" dirty="0"/>
              <a:t>Microsoft Copilot</a:t>
            </a:r>
            <a:br>
              <a:rPr lang="en-US" sz="2400" dirty="0"/>
            </a:br>
            <a:r>
              <a:rPr lang="en-US" sz="2400" dirty="0"/>
              <a:t>ChatGPT</a:t>
            </a:r>
            <a:br>
              <a:rPr lang="en-US" sz="2400" dirty="0"/>
            </a:br>
            <a:r>
              <a:rPr lang="en-US" sz="2400" dirty="0"/>
              <a:t>Technology Adaptability</a:t>
            </a:r>
            <a:endParaRPr lang="en-US" sz="2250" b="1" dirty="0">
              <a:solidFill>
                <a:srgbClr val="000000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690223" y="1179802"/>
            <a:ext cx="442117" cy="362536"/>
          </a:xfrm>
          <a:custGeom>
            <a:avLst/>
            <a:gdLst/>
            <a:ahLst/>
            <a:cxnLst/>
            <a:rect l="l" t="t" r="r" b="b"/>
            <a:pathLst>
              <a:path w="442117" h="362536">
                <a:moveTo>
                  <a:pt x="0" y="0"/>
                </a:moveTo>
                <a:lnTo>
                  <a:pt x="442117" y="0"/>
                </a:lnTo>
                <a:lnTo>
                  <a:pt x="442117" y="362536"/>
                </a:lnTo>
                <a:lnTo>
                  <a:pt x="0" y="3625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028700" y="773341"/>
            <a:ext cx="3120390" cy="282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575" b="1" spc="180">
                <a:solidFill>
                  <a:srgbClr val="0891B2"/>
                </a:solidFill>
                <a:latin typeface="Inter Bold"/>
                <a:ea typeface="Inter Bold"/>
                <a:cs typeface="Inter Bold"/>
                <a:sym typeface="Inter Bold"/>
              </a:rPr>
              <a:t>WHAT I BRING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439963" y="1065795"/>
            <a:ext cx="6940748" cy="600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4050" b="1">
                <a:solidFill>
                  <a:srgbClr val="1C19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Selected Business Impact</a:t>
            </a:r>
          </a:p>
        </p:txBody>
      </p:sp>
      <p:sp>
        <p:nvSpPr>
          <p:cNvPr id="5" name="AutoShape 5"/>
          <p:cNvSpPr/>
          <p:nvPr/>
        </p:nvSpPr>
        <p:spPr>
          <a:xfrm>
            <a:off x="5272214" y="2306038"/>
            <a:ext cx="7743572" cy="0"/>
          </a:xfrm>
          <a:prstGeom prst="line">
            <a:avLst/>
          </a:prstGeom>
          <a:ln w="9525" cap="flat">
            <a:solidFill>
              <a:srgbClr val="0891B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8" name="TextBox 6">
            <a:extLst>
              <a:ext uri="{FF2B5EF4-FFF2-40B4-BE49-F238E27FC236}">
                <a16:creationId xmlns:a16="http://schemas.microsoft.com/office/drawing/2014/main" id="{A00AB9EA-01C3-C21A-F960-45218A619B8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4876196"/>
              </p:ext>
            </p:extLst>
          </p:nvPr>
        </p:nvGraphicFramePr>
        <p:xfrm>
          <a:off x="2680224" y="2552700"/>
          <a:ext cx="12927552" cy="59413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79997" y="3360194"/>
            <a:ext cx="6072219" cy="4038026"/>
          </a:xfrm>
          <a:custGeom>
            <a:avLst/>
            <a:gdLst/>
            <a:ahLst/>
            <a:cxnLst/>
            <a:rect l="l" t="t" r="r" b="b"/>
            <a:pathLst>
              <a:path w="6072219" h="4038026">
                <a:moveTo>
                  <a:pt x="0" y="0"/>
                </a:moveTo>
                <a:lnTo>
                  <a:pt x="6072220" y="0"/>
                </a:lnTo>
                <a:lnTo>
                  <a:pt x="6072220" y="4038026"/>
                </a:lnTo>
                <a:lnTo>
                  <a:pt x="0" y="40380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028700" y="1177246"/>
            <a:ext cx="5968603" cy="600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4050" b="1">
                <a:solidFill>
                  <a:srgbClr val="1C19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Executive Partnership</a:t>
            </a:r>
          </a:p>
        </p:txBody>
      </p:sp>
      <p:graphicFrame>
        <p:nvGraphicFramePr>
          <p:cNvPr id="6" name="TextBox 4">
            <a:extLst>
              <a:ext uri="{FF2B5EF4-FFF2-40B4-BE49-F238E27FC236}">
                <a16:creationId xmlns:a16="http://schemas.microsoft.com/office/drawing/2014/main" id="{977542B8-5AFB-793A-DF37-45CABD2F9F50}"/>
              </a:ext>
            </a:extLst>
          </p:cNvPr>
          <p:cNvGraphicFramePr/>
          <p:nvPr/>
        </p:nvGraphicFramePr>
        <p:xfrm>
          <a:off x="8055365" y="2411927"/>
          <a:ext cx="8077173" cy="58202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589544" y="2628069"/>
            <a:ext cx="7095961" cy="4718814"/>
          </a:xfrm>
          <a:custGeom>
            <a:avLst/>
            <a:gdLst/>
            <a:ahLst/>
            <a:cxnLst/>
            <a:rect l="l" t="t" r="r" b="b"/>
            <a:pathLst>
              <a:path w="7095961" h="4718814">
                <a:moveTo>
                  <a:pt x="0" y="0"/>
                </a:moveTo>
                <a:lnTo>
                  <a:pt x="7095961" y="0"/>
                </a:lnTo>
                <a:lnTo>
                  <a:pt x="7095961" y="4718814"/>
                </a:lnTo>
                <a:lnTo>
                  <a:pt x="0" y="47188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028700" y="1199981"/>
            <a:ext cx="5036046" cy="600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4050" b="1">
                <a:solidFill>
                  <a:srgbClr val="1C19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Technology and AI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32261" y="2561394"/>
            <a:ext cx="2500461" cy="2981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5"/>
              </a:lnSpc>
              <a:spcBef>
                <a:spcPct val="0"/>
              </a:spcBef>
            </a:pPr>
            <a:r>
              <a:rPr lang="en-US" sz="2250" b="1">
                <a:solidFill>
                  <a:srgbClr val="1C1917"/>
                </a:solidFill>
                <a:latin typeface="Inter Bold"/>
                <a:ea typeface="Inter Bold"/>
                <a:cs typeface="Inter Bold"/>
                <a:sym typeface="Inter Bold"/>
              </a:rPr>
              <a:t>Productivity Tools</a:t>
            </a:r>
          </a:p>
          <a:p>
            <a:pPr algn="ctr">
              <a:lnSpc>
                <a:spcPts val="3375"/>
              </a:lnSpc>
              <a:spcBef>
                <a:spcPct val="0"/>
              </a:spcBef>
            </a:pPr>
            <a:r>
              <a:rPr lang="en-US" sz="2250" b="1">
                <a:solidFill>
                  <a:srgbClr val="1C1917"/>
                </a:solidFill>
                <a:latin typeface="Inter Bold"/>
                <a:ea typeface="Inter Bold"/>
                <a:cs typeface="Inter Bold"/>
                <a:sym typeface="Inter Bold"/>
              </a:rPr>
              <a:t>Microsoft 365</a:t>
            </a:r>
          </a:p>
          <a:p>
            <a:pPr algn="ctr">
              <a:lnSpc>
                <a:spcPts val="3375"/>
              </a:lnSpc>
              <a:spcBef>
                <a:spcPct val="0"/>
              </a:spcBef>
            </a:pPr>
            <a:r>
              <a:rPr lang="en-US" sz="2250" b="1">
                <a:solidFill>
                  <a:srgbClr val="1C1917"/>
                </a:solidFill>
                <a:latin typeface="Inter Bold"/>
                <a:ea typeface="Inter Bold"/>
                <a:cs typeface="Inter Bold"/>
                <a:sym typeface="Inter Bold"/>
              </a:rPr>
              <a:t>Excel</a:t>
            </a:r>
          </a:p>
          <a:p>
            <a:pPr algn="ctr">
              <a:lnSpc>
                <a:spcPts val="3375"/>
              </a:lnSpc>
              <a:spcBef>
                <a:spcPct val="0"/>
              </a:spcBef>
            </a:pPr>
            <a:r>
              <a:rPr lang="en-US" sz="2250" b="1">
                <a:solidFill>
                  <a:srgbClr val="1C1917"/>
                </a:solidFill>
                <a:latin typeface="Inter Bold"/>
                <a:ea typeface="Inter Bold"/>
                <a:cs typeface="Inter Bold"/>
                <a:sym typeface="Inter Bold"/>
              </a:rPr>
              <a:t>PowerPoint</a:t>
            </a:r>
          </a:p>
          <a:p>
            <a:pPr algn="ctr">
              <a:lnSpc>
                <a:spcPts val="3375"/>
              </a:lnSpc>
              <a:spcBef>
                <a:spcPct val="0"/>
              </a:spcBef>
            </a:pPr>
            <a:r>
              <a:rPr lang="en-US" sz="2250" b="1">
                <a:solidFill>
                  <a:srgbClr val="1C1917"/>
                </a:solidFill>
                <a:latin typeface="Inter Bold"/>
                <a:ea typeface="Inter Bold"/>
                <a:cs typeface="Inter Bold"/>
                <a:sym typeface="Inter Bold"/>
              </a:rPr>
              <a:t>Outlook</a:t>
            </a:r>
          </a:p>
          <a:p>
            <a:pPr algn="ctr">
              <a:lnSpc>
                <a:spcPts val="3375"/>
              </a:lnSpc>
              <a:spcBef>
                <a:spcPct val="0"/>
              </a:spcBef>
            </a:pPr>
            <a:r>
              <a:rPr lang="en-US" sz="2250" b="1">
                <a:solidFill>
                  <a:srgbClr val="1C1917"/>
                </a:solidFill>
                <a:latin typeface="Inter Bold"/>
                <a:ea typeface="Inter Bold"/>
                <a:cs typeface="Inter Bold"/>
                <a:sym typeface="Inter Bold"/>
              </a:rPr>
              <a:t>Teams</a:t>
            </a:r>
          </a:p>
          <a:p>
            <a:pPr algn="ctr">
              <a:lnSpc>
                <a:spcPts val="3375"/>
              </a:lnSpc>
              <a:spcBef>
                <a:spcPct val="0"/>
              </a:spcBef>
            </a:pPr>
            <a:r>
              <a:rPr lang="en-US" sz="2250" b="1">
                <a:solidFill>
                  <a:srgbClr val="1C1917"/>
                </a:solidFill>
                <a:latin typeface="Inter Bold"/>
                <a:ea typeface="Inter Bold"/>
                <a:cs typeface="Inter Bold"/>
                <a:sym typeface="Inter Bold"/>
              </a:rPr>
              <a:t>SharePoint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833856" y="2434776"/>
            <a:ext cx="2696914" cy="2552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5"/>
              </a:lnSpc>
              <a:spcBef>
                <a:spcPct val="0"/>
              </a:spcBef>
            </a:pPr>
            <a:r>
              <a:rPr lang="en-US" sz="2250" b="1">
                <a:solidFill>
                  <a:srgbClr val="1C1917"/>
                </a:solidFill>
                <a:latin typeface="Inter Bold"/>
                <a:ea typeface="Inter Bold"/>
                <a:cs typeface="Inter Bold"/>
                <a:sym typeface="Inter Bold"/>
              </a:rPr>
              <a:t>Enterprise Systems</a:t>
            </a:r>
          </a:p>
          <a:p>
            <a:pPr algn="ctr">
              <a:lnSpc>
                <a:spcPts val="3375"/>
              </a:lnSpc>
              <a:spcBef>
                <a:spcPct val="0"/>
              </a:spcBef>
            </a:pPr>
            <a:r>
              <a:rPr lang="en-US" sz="2250" b="1">
                <a:solidFill>
                  <a:srgbClr val="1C1917"/>
                </a:solidFill>
                <a:latin typeface="Inter Bold"/>
                <a:ea typeface="Inter Bold"/>
                <a:cs typeface="Inter Bold"/>
                <a:sym typeface="Inter Bold"/>
              </a:rPr>
              <a:t>Workday</a:t>
            </a:r>
          </a:p>
          <a:p>
            <a:pPr algn="ctr">
              <a:lnSpc>
                <a:spcPts val="3375"/>
              </a:lnSpc>
              <a:spcBef>
                <a:spcPct val="0"/>
              </a:spcBef>
            </a:pPr>
            <a:r>
              <a:rPr lang="en-US" sz="2250" b="1">
                <a:solidFill>
                  <a:srgbClr val="1C1917"/>
                </a:solidFill>
                <a:latin typeface="Inter Bold"/>
                <a:ea typeface="Inter Bold"/>
                <a:cs typeface="Inter Bold"/>
                <a:sym typeface="Inter Bold"/>
              </a:rPr>
              <a:t>SAP</a:t>
            </a:r>
          </a:p>
          <a:p>
            <a:pPr algn="ctr">
              <a:lnSpc>
                <a:spcPts val="3375"/>
              </a:lnSpc>
              <a:spcBef>
                <a:spcPct val="0"/>
              </a:spcBef>
            </a:pPr>
            <a:r>
              <a:rPr lang="en-US" sz="2250" b="1">
                <a:solidFill>
                  <a:srgbClr val="1C1917"/>
                </a:solidFill>
                <a:latin typeface="Inter Bold"/>
                <a:ea typeface="Inter Bold"/>
                <a:cs typeface="Inter Bold"/>
                <a:sym typeface="Inter Bold"/>
              </a:rPr>
              <a:t>Oracle</a:t>
            </a:r>
          </a:p>
          <a:p>
            <a:pPr algn="ctr">
              <a:lnSpc>
                <a:spcPts val="3375"/>
              </a:lnSpc>
              <a:spcBef>
                <a:spcPct val="0"/>
              </a:spcBef>
            </a:pPr>
            <a:r>
              <a:rPr lang="en-US" sz="2250" b="1">
                <a:solidFill>
                  <a:srgbClr val="1C1917"/>
                </a:solidFill>
                <a:latin typeface="Inter Bold"/>
                <a:ea typeface="Inter Bold"/>
                <a:cs typeface="Inter Bold"/>
                <a:sym typeface="Inter Bold"/>
              </a:rPr>
              <a:t>PeopleSoft</a:t>
            </a:r>
          </a:p>
          <a:p>
            <a:pPr algn="ctr">
              <a:lnSpc>
                <a:spcPts val="3375"/>
              </a:lnSpc>
              <a:spcBef>
                <a:spcPct val="0"/>
              </a:spcBef>
            </a:pPr>
            <a:r>
              <a:rPr lang="en-US" sz="2250" b="1">
                <a:solidFill>
                  <a:srgbClr val="1C1917"/>
                </a:solidFill>
                <a:latin typeface="Inter Bold"/>
                <a:ea typeface="Inter Bold"/>
                <a:cs typeface="Inter Bold"/>
                <a:sym typeface="Inter Bold"/>
              </a:rPr>
              <a:t>Power BI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971800" y="6650279"/>
            <a:ext cx="3721596" cy="21506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5"/>
              </a:lnSpc>
              <a:spcBef>
                <a:spcPct val="0"/>
              </a:spcBef>
            </a:pPr>
            <a:r>
              <a:rPr lang="en-US" sz="2400" b="1" dirty="0"/>
              <a:t>AI-Assisted Research Knowledge Synthesis </a:t>
            </a:r>
          </a:p>
          <a:p>
            <a:pPr algn="ctr">
              <a:lnSpc>
                <a:spcPts val="3375"/>
              </a:lnSpc>
              <a:spcBef>
                <a:spcPct val="0"/>
              </a:spcBef>
            </a:pPr>
            <a:r>
              <a:rPr lang="en-US" sz="2400" b="1" dirty="0"/>
              <a:t>Process Documentation Executive Communications Workflow Optimization</a:t>
            </a:r>
            <a:endParaRPr lang="en-US" sz="2250" b="1" dirty="0">
              <a:solidFill>
                <a:srgbClr val="1C1917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2373516"/>
            <a:ext cx="7143750" cy="6858000"/>
            <a:chOff x="0" y="0"/>
            <a:chExt cx="9525000" cy="9144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525000" cy="9144000"/>
            </a:xfrm>
            <a:custGeom>
              <a:avLst/>
              <a:gdLst/>
              <a:ahLst/>
              <a:cxnLst/>
              <a:rect l="l" t="t" r="r" b="b"/>
              <a:pathLst>
                <a:path w="9525000" h="9144000">
                  <a:moveTo>
                    <a:pt x="0" y="0"/>
                  </a:moveTo>
                  <a:lnTo>
                    <a:pt x="9525000" y="0"/>
                  </a:lnTo>
                  <a:lnTo>
                    <a:pt x="9525000" y="9144000"/>
                  </a:lnTo>
                  <a:lnTo>
                    <a:pt x="0" y="914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2000" r="-2200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028700" y="705758"/>
            <a:ext cx="2640330" cy="282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575" b="1" spc="180">
                <a:solidFill>
                  <a:srgbClr val="0891B2"/>
                </a:solidFill>
                <a:latin typeface="Inter Bold"/>
                <a:ea typeface="Inter Bold"/>
                <a:cs typeface="Inter Bold"/>
                <a:sym typeface="Inter Bold"/>
              </a:rPr>
              <a:t>HOW I WORK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1177246"/>
            <a:ext cx="9799439" cy="6283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860"/>
              </a:lnSpc>
            </a:pPr>
            <a:r>
              <a:rPr lang="en-US" sz="4400" dirty="0">
                <a:latin typeface="Canva Sans Bold" panose="020B0604020202020204" charset="0"/>
              </a:rPr>
              <a:t>HOW I OPERATE</a:t>
            </a:r>
            <a:endParaRPr lang="en-US" sz="4050" b="1" dirty="0">
              <a:solidFill>
                <a:srgbClr val="1C1917"/>
              </a:solidFill>
              <a:latin typeface="Canva Sans Bold" panose="020B0604020202020204" charset="0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8172450" y="2874046"/>
            <a:ext cx="9997488" cy="59656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🏢 </a:t>
            </a:r>
            <a:r>
              <a:rPr lang="en-US" sz="2400" b="1" dirty="0">
                <a:latin typeface="Canva Sans Bold" panose="020B0604020202020204" charset="0"/>
              </a:rPr>
              <a:t>Executive &amp; Stakeholder Coordination</a:t>
            </a:r>
            <a:endParaRPr lang="en-US" sz="2400" b="1" dirty="0">
              <a:solidFill>
                <a:srgbClr val="000000"/>
              </a:solidFill>
              <a:latin typeface="Canva Sans Bold" panose="020B0604020202020204" charset="0"/>
              <a:ea typeface="Inter Bold"/>
              <a:cs typeface="Inter Bold"/>
              <a:sym typeface="Inter Bold"/>
            </a:endParaRPr>
          </a:p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000000"/>
                </a:solidFill>
                <a:latin typeface="Canva Sans Bold" panose="020B0604020202020204" charset="0"/>
                <a:ea typeface="Inter Bold"/>
                <a:cs typeface="Inter Bold"/>
                <a:sym typeface="Inter Bold"/>
              </a:rPr>
              <a:t>👥 </a:t>
            </a:r>
            <a:r>
              <a:rPr lang="en-US" sz="2400" b="1" dirty="0">
                <a:latin typeface="Canva Sans Bold" panose="020B0604020202020204" charset="0"/>
              </a:rPr>
              <a:t>Process Improvement</a:t>
            </a:r>
            <a:endParaRPr lang="en-US" sz="2400" b="1" dirty="0">
              <a:solidFill>
                <a:srgbClr val="000000"/>
              </a:solidFill>
              <a:latin typeface="Canva Sans Bold" panose="020B0604020202020204" charset="0"/>
              <a:ea typeface="Inter Bold"/>
              <a:cs typeface="Inter Bold"/>
              <a:sym typeface="Inter Bold"/>
            </a:endParaRPr>
          </a:p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000000"/>
                </a:solidFill>
                <a:latin typeface="Canva Sans Bold" panose="020B0604020202020204" charset="0"/>
                <a:ea typeface="Inter Bold"/>
                <a:cs typeface="Inter Bold"/>
                <a:sym typeface="Inter Bold"/>
              </a:rPr>
              <a:t>🔐 </a:t>
            </a:r>
            <a:r>
              <a:rPr lang="en-US" sz="2400" b="1" dirty="0">
                <a:latin typeface="Canva Sans Bold" panose="020B0604020202020204" charset="0"/>
              </a:rPr>
              <a:t>Scheduling &amp; Capacity Planning</a:t>
            </a:r>
            <a:endParaRPr lang="en-US" sz="2400" b="1" dirty="0">
              <a:solidFill>
                <a:srgbClr val="000000"/>
              </a:solidFill>
              <a:latin typeface="Canva Sans Bold" panose="020B0604020202020204" charset="0"/>
              <a:ea typeface="Inter Bold"/>
              <a:cs typeface="Inter Bold"/>
              <a:sym typeface="Inter Bold"/>
            </a:endParaRPr>
          </a:p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000000"/>
                </a:solidFill>
                <a:latin typeface="Canva Sans Bold" panose="020B0604020202020204" charset="0"/>
                <a:ea typeface="Inter Bold"/>
                <a:cs typeface="Inter Bold"/>
                <a:sym typeface="Inter Bold"/>
              </a:rPr>
              <a:t>📦 </a:t>
            </a:r>
            <a:r>
              <a:rPr lang="en-US" sz="2400" b="1" dirty="0">
                <a:latin typeface="Canva Sans Bold" panose="020B0604020202020204" charset="0"/>
              </a:rPr>
              <a:t>SOP &amp; Workflow Development</a:t>
            </a:r>
            <a:endParaRPr lang="en-US" sz="2400" b="1" dirty="0">
              <a:solidFill>
                <a:srgbClr val="000000"/>
              </a:solidFill>
              <a:latin typeface="Canva Sans Bold" panose="020B0604020202020204" charset="0"/>
              <a:ea typeface="Inter Bold"/>
              <a:cs typeface="Inter Bold"/>
              <a:sym typeface="Inter Bold"/>
            </a:endParaRPr>
          </a:p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000000"/>
                </a:solidFill>
                <a:latin typeface="Canva Sans Bold" panose="020B0604020202020204" charset="0"/>
                <a:ea typeface="Inter Bold"/>
                <a:cs typeface="Inter Bold"/>
                <a:sym typeface="Inter Bold"/>
              </a:rPr>
              <a:t>📬 </a:t>
            </a:r>
            <a:r>
              <a:rPr lang="en-US" sz="2400" b="1" dirty="0">
                <a:latin typeface="Canva Sans Bold" panose="020B0604020202020204" charset="0"/>
              </a:rPr>
              <a:t>Financial &amp; Budget Administration</a:t>
            </a:r>
            <a:endParaRPr lang="en-US" sz="2400" b="1" dirty="0">
              <a:solidFill>
                <a:srgbClr val="000000"/>
              </a:solidFill>
              <a:latin typeface="Canva Sans Bold" panose="020B0604020202020204" charset="0"/>
              <a:ea typeface="Inter Bold"/>
              <a:cs typeface="Inter Bold"/>
              <a:sym typeface="Inter Bold"/>
            </a:endParaRPr>
          </a:p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000000"/>
                </a:solidFill>
                <a:latin typeface="Canva Sans Bold" panose="020B0604020202020204" charset="0"/>
                <a:ea typeface="Inter Bold"/>
                <a:cs typeface="Inter Bold"/>
                <a:sym typeface="Inter Bold"/>
              </a:rPr>
              <a:t>🖥 </a:t>
            </a:r>
            <a:r>
              <a:rPr lang="en-US" sz="2400" b="1" dirty="0">
                <a:latin typeface="Canva Sans Bold" panose="020B0604020202020204" charset="0"/>
              </a:rPr>
              <a:t>Cross-Functional Execution</a:t>
            </a:r>
            <a:endParaRPr lang="en-US" sz="2400" b="1" dirty="0">
              <a:solidFill>
                <a:srgbClr val="000000"/>
              </a:solidFill>
              <a:latin typeface="Canva Sans Bold" panose="020B0604020202020204" charset="0"/>
              <a:ea typeface="Inter Bold"/>
              <a:cs typeface="Inter Bold"/>
              <a:sym typeface="Inter Bold"/>
            </a:endParaRPr>
          </a:p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000000"/>
                </a:solidFill>
                <a:latin typeface="Canva Sans Bold" panose="020B0604020202020204" charset="0"/>
                <a:ea typeface="Inter Bold"/>
                <a:cs typeface="Inter Bold"/>
                <a:sym typeface="Inter Bold"/>
              </a:rPr>
              <a:t>🚨 </a:t>
            </a:r>
            <a:r>
              <a:rPr lang="en-US" sz="2400" b="1" dirty="0">
                <a:latin typeface="Canva Sans Bold" panose="020B0604020202020204" charset="0"/>
              </a:rPr>
              <a:t>Risk &amp; Issue Resolution</a:t>
            </a:r>
            <a:endParaRPr lang="en-US" sz="2400" b="1" dirty="0">
              <a:solidFill>
                <a:srgbClr val="000000"/>
              </a:solidFill>
              <a:latin typeface="Canva Sans Bold" panose="020B0604020202020204" charset="0"/>
              <a:ea typeface="Inter Bold"/>
              <a:cs typeface="Inter Bold"/>
              <a:sym typeface="Inter Bold"/>
            </a:endParaRPr>
          </a:p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000000"/>
                </a:solidFill>
                <a:latin typeface="Canva Sans Bold" panose="020B0604020202020204" charset="0"/>
                <a:ea typeface="Inter Bold"/>
                <a:cs typeface="Inter Bold"/>
                <a:sym typeface="Inter Bold"/>
              </a:rPr>
              <a:t>📋 </a:t>
            </a:r>
            <a:r>
              <a:rPr lang="en-US" sz="2400" b="1" dirty="0">
                <a:latin typeface="Canva Sans Bold" panose="020B0604020202020204" charset="0"/>
              </a:rPr>
              <a:t>Technology Enablement</a:t>
            </a:r>
          </a:p>
          <a:p>
            <a:pPr algn="ctr">
              <a:lnSpc>
                <a:spcPts val="3600"/>
              </a:lnSpc>
              <a:spcBef>
                <a:spcPct val="0"/>
              </a:spcBef>
            </a:pPr>
            <a:endParaRPr lang="en-US" sz="2400" b="1" dirty="0">
              <a:solidFill>
                <a:srgbClr val="000000"/>
              </a:solidFill>
              <a:latin typeface="Canva Sans Bold" panose="020B0604020202020204" charset="0"/>
              <a:ea typeface="Inter Bold"/>
              <a:cs typeface="Inter Bold"/>
              <a:sym typeface="Inter Bold"/>
            </a:endParaRPr>
          </a:p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sz="2400" dirty="0">
                <a:latin typeface="Canva Sans Bold" panose="020B0604020202020204" charset="0"/>
              </a:rPr>
              <a:t>I bring structure to complex, fast-moving environments by connecting people, processes, systems and priorities—creating clarity, strengthening execution and helping teams move work forward.</a:t>
            </a:r>
            <a:endParaRPr lang="en-US" sz="2400" b="1" dirty="0">
              <a:solidFill>
                <a:srgbClr val="000000"/>
              </a:solidFill>
              <a:latin typeface="Canva Sans Bold" panose="020B0604020202020204" charset="0"/>
              <a:ea typeface="Inter Bold"/>
              <a:cs typeface="Inter Bold"/>
              <a:sym typeface="Inter Bol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249776" y="4952493"/>
            <a:ext cx="6908573" cy="4594201"/>
          </a:xfrm>
          <a:custGeom>
            <a:avLst/>
            <a:gdLst/>
            <a:ahLst/>
            <a:cxnLst/>
            <a:rect l="l" t="t" r="r" b="b"/>
            <a:pathLst>
              <a:path w="6908573" h="4594201">
                <a:moveTo>
                  <a:pt x="0" y="0"/>
                </a:moveTo>
                <a:lnTo>
                  <a:pt x="6908573" y="0"/>
                </a:lnTo>
                <a:lnTo>
                  <a:pt x="6908573" y="4594201"/>
                </a:lnTo>
                <a:lnTo>
                  <a:pt x="0" y="45942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028700" y="773964"/>
            <a:ext cx="3360420" cy="282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575" b="1" spc="180">
                <a:solidFill>
                  <a:srgbClr val="0891B2"/>
                </a:solidFill>
                <a:latin typeface="Inter Bold"/>
                <a:ea typeface="Inter Bold"/>
                <a:cs typeface="Inter Bold"/>
                <a:sym typeface="Inter Bold"/>
              </a:rPr>
              <a:t>HOW I OPERATE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1245452"/>
            <a:ext cx="6144964" cy="600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4050" b="1">
                <a:solidFill>
                  <a:srgbClr val="1C19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Leadership Philosophy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36906" y="2733168"/>
            <a:ext cx="16230600" cy="1278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5"/>
              </a:lnSpc>
              <a:spcBef>
                <a:spcPct val="0"/>
              </a:spcBef>
            </a:pPr>
            <a:r>
              <a:rPr lang="en-US" sz="2400" dirty="0">
                <a:latin typeface="Canva Sans Bold" panose="020B0604020202020204" charset="0"/>
              </a:rPr>
              <a:t>I believe strong operational leaders create the structure that allows people and organizations to perform at their best. I lead through trust, accountability, organization and proactive communication—bringing clarity to complexity, anticipating needs and building systems that help teams succeed.</a:t>
            </a:r>
            <a:endParaRPr lang="en-US" sz="2250" b="1" dirty="0">
              <a:solidFill>
                <a:srgbClr val="000000"/>
              </a:solidFill>
              <a:latin typeface="Canva Sans Bold" panose="020B0604020202020204" charset="0"/>
              <a:ea typeface="Inter Bold"/>
              <a:cs typeface="Inter Bold"/>
              <a:sym typeface="Inter Bol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838362" y="2460127"/>
            <a:ext cx="8244406" cy="5482530"/>
          </a:xfrm>
          <a:custGeom>
            <a:avLst/>
            <a:gdLst/>
            <a:ahLst/>
            <a:cxnLst/>
            <a:rect l="l" t="t" r="r" b="b"/>
            <a:pathLst>
              <a:path w="8244406" h="5482530">
                <a:moveTo>
                  <a:pt x="0" y="0"/>
                </a:moveTo>
                <a:lnTo>
                  <a:pt x="8244406" y="0"/>
                </a:lnTo>
                <a:lnTo>
                  <a:pt x="8244406" y="5482530"/>
                </a:lnTo>
                <a:lnTo>
                  <a:pt x="0" y="54825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028700" y="1281113"/>
            <a:ext cx="7141369" cy="600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4050" b="1">
                <a:solidFill>
                  <a:srgbClr val="1C19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Professional Development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2355352"/>
            <a:ext cx="15209781" cy="3768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700">
                <a:solidFill>
                  <a:srgbClr val="1C1917"/>
                </a:solidFill>
                <a:latin typeface="Inter"/>
                <a:ea typeface="Inter"/>
                <a:cs typeface="Inter"/>
                <a:sym typeface="Inter"/>
              </a:rPr>
              <a:t>MBA</a:t>
            </a:r>
          </a:p>
          <a:p>
            <a:pPr algn="l">
              <a:lnSpc>
                <a:spcPts val="4320"/>
              </a:lnSpc>
            </a:pPr>
            <a:r>
              <a:rPr lang="en-US" sz="2700">
                <a:solidFill>
                  <a:srgbClr val="1C1917"/>
                </a:solidFill>
                <a:latin typeface="Inter"/>
                <a:ea typeface="Inter"/>
                <a:cs typeface="Inter"/>
                <a:sym typeface="Inter"/>
              </a:rPr>
              <a:t>Google AI Essentials</a:t>
            </a:r>
          </a:p>
          <a:p>
            <a:pPr algn="l">
              <a:lnSpc>
                <a:spcPts val="4320"/>
              </a:lnSpc>
            </a:pPr>
            <a:r>
              <a:rPr lang="en-US" sz="2700">
                <a:solidFill>
                  <a:srgbClr val="1C1917"/>
                </a:solidFill>
                <a:latin typeface="Inter"/>
                <a:ea typeface="Inter"/>
                <a:cs typeface="Inter"/>
                <a:sym typeface="Inter"/>
              </a:rPr>
              <a:t>Process Improvement</a:t>
            </a:r>
          </a:p>
          <a:p>
            <a:pPr algn="l">
              <a:lnSpc>
                <a:spcPts val="4320"/>
              </a:lnSpc>
            </a:pPr>
            <a:r>
              <a:rPr lang="en-US" sz="2700">
                <a:solidFill>
                  <a:srgbClr val="1C1917"/>
                </a:solidFill>
                <a:latin typeface="Inter"/>
                <a:ea typeface="Inter"/>
                <a:cs typeface="Inter"/>
                <a:sym typeface="Inter"/>
              </a:rPr>
              <a:t>Cybersecurity</a:t>
            </a:r>
          </a:p>
          <a:p>
            <a:pPr algn="l">
              <a:lnSpc>
                <a:spcPts val="4320"/>
              </a:lnSpc>
            </a:pPr>
            <a:r>
              <a:rPr lang="en-US" sz="2700">
                <a:solidFill>
                  <a:srgbClr val="1C1917"/>
                </a:solidFill>
                <a:latin typeface="Inter"/>
                <a:ea typeface="Inter"/>
                <a:cs typeface="Inter"/>
                <a:sym typeface="Inter"/>
              </a:rPr>
              <a:t>Diversity &amp; Inclusion</a:t>
            </a:r>
          </a:p>
          <a:p>
            <a:pPr algn="l">
              <a:lnSpc>
                <a:spcPts val="4320"/>
              </a:lnSpc>
            </a:pPr>
            <a:r>
              <a:rPr lang="en-US" sz="2700">
                <a:solidFill>
                  <a:srgbClr val="1C1917"/>
                </a:solidFill>
                <a:latin typeface="Inter"/>
                <a:ea typeface="Inter"/>
                <a:cs typeface="Inter"/>
                <a:sym typeface="Inter"/>
              </a:rPr>
              <a:t>Texas Notary</a:t>
            </a:r>
          </a:p>
          <a:p>
            <a:pPr algn="l">
              <a:lnSpc>
                <a:spcPts val="4320"/>
              </a:lnSpc>
            </a:pPr>
            <a:endParaRPr lang="en-US" sz="2700">
              <a:solidFill>
                <a:srgbClr val="1C1917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46379" y="1952398"/>
            <a:ext cx="4808466" cy="4146023"/>
            <a:chOff x="0" y="0"/>
            <a:chExt cx="6411288" cy="552803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411278" cy="5528031"/>
            </a:xfrm>
            <a:custGeom>
              <a:avLst/>
              <a:gdLst/>
              <a:ahLst/>
              <a:cxnLst/>
              <a:rect l="l" t="t" r="r" b="b"/>
              <a:pathLst>
                <a:path w="6411278" h="5528031">
                  <a:moveTo>
                    <a:pt x="0" y="0"/>
                  </a:moveTo>
                  <a:lnTo>
                    <a:pt x="6411278" y="0"/>
                  </a:lnTo>
                  <a:lnTo>
                    <a:pt x="6411278" y="5528031"/>
                  </a:lnTo>
                  <a:lnTo>
                    <a:pt x="0" y="55280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6013" t="-98685" r="-16013" b="-26606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028700" y="759950"/>
            <a:ext cx="4560570" cy="282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575" b="1" spc="180">
                <a:solidFill>
                  <a:srgbClr val="0891B2"/>
                </a:solidFill>
                <a:latin typeface="Inter Bold"/>
                <a:ea typeface="Inter Bold"/>
                <a:cs typeface="Inter Bold"/>
                <a:sym typeface="Inter Bold"/>
              </a:rPr>
              <a:t>CONTACT / THANK YOU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1231438"/>
            <a:ext cx="3616523" cy="600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4050" b="1">
                <a:solidFill>
                  <a:srgbClr val="1C19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Let’s connect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88875" y="6212295"/>
            <a:ext cx="5633002" cy="8874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600"/>
              </a:lnSpc>
            </a:pP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Canva Sans Bold" panose="020B0604020202020204" charset="0"/>
              </a:rPr>
              <a:t>Let's build something meaningful together.</a:t>
            </a:r>
            <a:endParaRPr lang="en-US" sz="2250" b="1" dirty="0">
              <a:solidFill>
                <a:schemeClr val="accent5">
                  <a:lumMod val="75000"/>
                </a:schemeClr>
              </a:solidFill>
              <a:latin typeface="Canva Sans Bold" panose="020B0604020202020204" charset="0"/>
              <a:ea typeface="Inter Bold"/>
              <a:cs typeface="Inter Bold"/>
              <a:sym typeface="Inter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488875" y="7478283"/>
            <a:ext cx="5176354" cy="16184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240"/>
              </a:lnSpc>
            </a:pPr>
            <a:r>
              <a:rPr lang="en-US" sz="2400" dirty="0"/>
              <a:t>I'm energized by opportunities to connect people, processes, systems and technology while helping organizations operate more effectively.</a:t>
            </a:r>
            <a:endParaRPr lang="en-US" sz="2025" dirty="0">
              <a:solidFill>
                <a:srgbClr val="44403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6661702" y="2840957"/>
            <a:ext cx="3667109" cy="282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575" b="1" spc="90">
                <a:solidFill>
                  <a:srgbClr val="78716C"/>
                </a:solidFill>
                <a:latin typeface="Inter Bold"/>
                <a:ea typeface="Inter Bold"/>
                <a:cs typeface="Inter Bold"/>
                <a:sym typeface="Inter Bold"/>
              </a:rPr>
              <a:t>WHY I AM A GREAT FIT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862352" y="2791939"/>
            <a:ext cx="2460931" cy="2438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350" b="1" spc="90">
                <a:solidFill>
                  <a:srgbClr val="A8A29E"/>
                </a:solidFill>
                <a:latin typeface="Inter Bold"/>
                <a:ea typeface="Inter Bold"/>
                <a:cs typeface="Inter Bold"/>
                <a:sym typeface="Inter Bold"/>
              </a:rPr>
              <a:t>NAME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862352" y="3063402"/>
            <a:ext cx="3761184" cy="3705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025" b="1">
                <a:solidFill>
                  <a:srgbClr val="1C1917"/>
                </a:solidFill>
                <a:latin typeface="Inter Bold"/>
                <a:ea typeface="Inter Bold"/>
                <a:cs typeface="Inter Bold"/>
                <a:sym typeface="Inter Bold"/>
              </a:rPr>
              <a:t>Ericka Parker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62352" y="3792064"/>
            <a:ext cx="3375036" cy="2438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350" b="1" spc="90">
                <a:solidFill>
                  <a:srgbClr val="A8A29E"/>
                </a:solidFill>
                <a:latin typeface="Inter Bold"/>
                <a:ea typeface="Inter Bold"/>
                <a:cs typeface="Inter Bold"/>
                <a:sym typeface="Inter Bold"/>
              </a:rPr>
              <a:t>EMAIL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355271" y="4063527"/>
            <a:ext cx="3868654" cy="3705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025" b="1">
                <a:solidFill>
                  <a:srgbClr val="1C1917"/>
                </a:solidFill>
                <a:latin typeface="Inter Bold"/>
                <a:ea typeface="Inter Bold"/>
                <a:cs typeface="Inter Bold"/>
                <a:sym typeface="Inter Bold"/>
              </a:rPr>
              <a:t>Erickacparker@gmail.com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862352" y="4792189"/>
            <a:ext cx="3761184" cy="2438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350" b="1" spc="90">
                <a:solidFill>
                  <a:srgbClr val="A8A29E"/>
                </a:solidFill>
                <a:latin typeface="Inter Bold"/>
                <a:ea typeface="Inter Bold"/>
                <a:cs typeface="Inter Bold"/>
                <a:sym typeface="Inter Bold"/>
              </a:rPr>
              <a:t>PHONE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355271" y="5063652"/>
            <a:ext cx="4062934" cy="3705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025" b="1">
                <a:solidFill>
                  <a:srgbClr val="1C1917"/>
                </a:solidFill>
                <a:latin typeface="Inter Bold"/>
                <a:ea typeface="Inter Bold"/>
                <a:cs typeface="Inter Bold"/>
                <a:sym typeface="Inter Bold"/>
              </a:rPr>
              <a:t>+1 832 323 1952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143625" y="9610725"/>
            <a:ext cx="6000750" cy="282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575" i="1">
                <a:solidFill>
                  <a:srgbClr val="A8A29E"/>
                </a:solidFill>
                <a:latin typeface="Inter Italics"/>
                <a:ea typeface="Inter Italics"/>
                <a:cs typeface="Inter Italics"/>
                <a:sym typeface="Inter Italics"/>
              </a:rPr>
              <a:t>References and supporting documents available upon request.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340598" y="3329626"/>
            <a:ext cx="4309318" cy="43201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5"/>
              </a:lnSpc>
              <a:spcBef>
                <a:spcPct val="0"/>
              </a:spcBef>
            </a:pPr>
            <a:r>
              <a:rPr lang="en-US" sz="2250" b="1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Why You Can Count on Me</a:t>
            </a:r>
          </a:p>
          <a:p>
            <a:pPr algn="ctr">
              <a:lnSpc>
                <a:spcPts val="3375"/>
              </a:lnSpc>
              <a:spcBef>
                <a:spcPct val="0"/>
              </a:spcBef>
            </a:pPr>
            <a:r>
              <a:rPr lang="en-US" sz="225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✓ Trusted Professional</a:t>
            </a:r>
          </a:p>
          <a:p>
            <a:pPr algn="ctr">
              <a:lnSpc>
                <a:spcPts val="3375"/>
              </a:lnSpc>
              <a:spcBef>
                <a:spcPct val="0"/>
              </a:spcBef>
            </a:pPr>
            <a:r>
              <a:rPr lang="en-US" sz="225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✓ Executive Partner</a:t>
            </a:r>
          </a:p>
          <a:p>
            <a:pPr algn="ctr">
              <a:lnSpc>
                <a:spcPts val="3375"/>
              </a:lnSpc>
              <a:spcBef>
                <a:spcPct val="0"/>
              </a:spcBef>
            </a:pPr>
            <a:r>
              <a:rPr lang="en-US" sz="225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✓ Calm Under Pressure</a:t>
            </a:r>
          </a:p>
          <a:p>
            <a:pPr algn="ctr">
              <a:lnSpc>
                <a:spcPts val="3375"/>
              </a:lnSpc>
              <a:spcBef>
                <a:spcPct val="0"/>
              </a:spcBef>
            </a:pPr>
            <a:r>
              <a:rPr lang="en-US" sz="225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✓ Highly Organized</a:t>
            </a:r>
          </a:p>
          <a:p>
            <a:pPr algn="ctr">
              <a:lnSpc>
                <a:spcPts val="3375"/>
              </a:lnSpc>
              <a:spcBef>
                <a:spcPct val="0"/>
              </a:spcBef>
            </a:pPr>
            <a:r>
              <a:rPr lang="en-US" sz="225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✓ Service-Oriented</a:t>
            </a:r>
          </a:p>
          <a:p>
            <a:pPr algn="ctr">
              <a:lnSpc>
                <a:spcPts val="3375"/>
              </a:lnSpc>
              <a:spcBef>
                <a:spcPct val="0"/>
              </a:spcBef>
            </a:pPr>
            <a:r>
              <a:rPr lang="en-US" sz="225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✓ Continuous Learner</a:t>
            </a:r>
          </a:p>
          <a:p>
            <a:pPr algn="ctr">
              <a:lnSpc>
                <a:spcPts val="3375"/>
              </a:lnSpc>
              <a:spcBef>
                <a:spcPct val="0"/>
              </a:spcBef>
            </a:pPr>
            <a:r>
              <a:rPr lang="en-US" sz="225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✓ Technology Forward</a:t>
            </a:r>
          </a:p>
          <a:p>
            <a:pPr algn="ctr">
              <a:lnSpc>
                <a:spcPts val="3375"/>
              </a:lnSpc>
              <a:spcBef>
                <a:spcPct val="0"/>
              </a:spcBef>
            </a:pPr>
            <a:r>
              <a:rPr lang="en-US" sz="225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✓ Committed to Excellence</a:t>
            </a:r>
          </a:p>
          <a:p>
            <a:pPr algn="ctr">
              <a:lnSpc>
                <a:spcPts val="3375"/>
              </a:lnSpc>
              <a:spcBef>
                <a:spcPct val="0"/>
              </a:spcBef>
            </a:pPr>
            <a:r>
              <a:rPr lang="en-US" sz="225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✓ Financially Accurate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663706" y="6574456"/>
            <a:ext cx="6095293" cy="1278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5"/>
              </a:lnSpc>
              <a:spcBef>
                <a:spcPct val="0"/>
              </a:spcBef>
            </a:pPr>
            <a:r>
              <a:rPr lang="en-US" sz="2400" dirty="0"/>
              <a:t>I create clarity, strengthen operations and build trusted partnerships so leaders and teams can focus on what matters most.</a:t>
            </a:r>
            <a:endParaRPr lang="en-US" sz="2250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533</Words>
  <Application>Microsoft Office PowerPoint</Application>
  <PresentationFormat>Custom</PresentationFormat>
  <Paragraphs>98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Inter Italics</vt:lpstr>
      <vt:lpstr>Calibri</vt:lpstr>
      <vt:lpstr>Inter</vt:lpstr>
      <vt:lpstr>Canva Sans Bold</vt:lpstr>
      <vt:lpstr>Montserrat Bold</vt:lpstr>
      <vt:lpstr>Inter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and Yellow Playful Creative Personal Self Introduction Presentation</dc:title>
  <dc:creator>Ericka Parker</dc:creator>
  <cp:lastModifiedBy>Ericka Parker</cp:lastModifiedBy>
  <cp:revision>5</cp:revision>
  <dcterms:created xsi:type="dcterms:W3CDTF">2006-08-16T00:00:00Z</dcterms:created>
  <dcterms:modified xsi:type="dcterms:W3CDTF">2026-09-19T18:42:28Z</dcterms:modified>
  <dc:identifier>DAHK3zurDkE</dc:identifier>
</cp:coreProperties>
</file>